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57" r:id="rId4"/>
    <p:sldId id="259" r:id="rId5"/>
    <p:sldId id="258" r:id="rId6"/>
    <p:sldId id="292" r:id="rId7"/>
    <p:sldId id="260" r:id="rId8"/>
    <p:sldId id="261" r:id="rId9"/>
    <p:sldId id="262" r:id="rId10"/>
    <p:sldId id="263" r:id="rId11"/>
    <p:sldId id="272" r:id="rId12"/>
    <p:sldId id="264" r:id="rId13"/>
    <p:sldId id="271" r:id="rId14"/>
    <p:sldId id="265" r:id="rId15"/>
    <p:sldId id="266" r:id="rId16"/>
    <p:sldId id="267" r:id="rId17"/>
    <p:sldId id="268" r:id="rId18"/>
    <p:sldId id="269" r:id="rId19"/>
    <p:sldId id="270" r:id="rId20"/>
    <p:sldId id="273" r:id="rId21"/>
    <p:sldId id="291" r:id="rId22"/>
    <p:sldId id="274" r:id="rId23"/>
    <p:sldId id="275" r:id="rId24"/>
    <p:sldId id="276" r:id="rId25"/>
    <p:sldId id="277" r:id="rId26"/>
    <p:sldId id="278" r:id="rId27"/>
    <p:sldId id="279" r:id="rId28"/>
    <p:sldId id="281" r:id="rId29"/>
    <p:sldId id="282" r:id="rId30"/>
    <p:sldId id="283" r:id="rId31"/>
    <p:sldId id="280" r:id="rId32"/>
    <p:sldId id="284" r:id="rId33"/>
    <p:sldId id="285" r:id="rId34"/>
    <p:sldId id="286" r:id="rId35"/>
    <p:sldId id="287" r:id="rId36"/>
    <p:sldId id="288" r:id="rId37"/>
    <p:sldId id="289" r:id="rId38"/>
    <p:sldId id="293" r:id="rId39"/>
    <p:sldId id="294" r:id="rId40"/>
    <p:sldId id="295" r:id="rId41"/>
    <p:sldId id="299" r:id="rId42"/>
    <p:sldId id="300" r:id="rId43"/>
    <p:sldId id="296" r:id="rId44"/>
    <p:sldId id="297" r:id="rId45"/>
    <p:sldId id="298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ve max to front" id="{80C9DB7D-AB01-4276-985B-2F8863C1068E}">
          <p14:sldIdLst>
            <p14:sldId id="256"/>
            <p14:sldId id="290"/>
            <p14:sldId id="257"/>
            <p14:sldId id="259"/>
            <p14:sldId id="258"/>
            <p14:sldId id="292"/>
            <p14:sldId id="260"/>
            <p14:sldId id="261"/>
            <p14:sldId id="262"/>
            <p14:sldId id="263"/>
            <p14:sldId id="272"/>
            <p14:sldId id="264"/>
            <p14:sldId id="271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neighbor swapping" id="{35E77BFD-6C31-4630-A2B3-F8DB762A8007}">
          <p14:sldIdLst>
            <p14:sldId id="273"/>
            <p14:sldId id="291"/>
            <p14:sldId id="274"/>
            <p14:sldId id="275"/>
            <p14:sldId id="276"/>
            <p14:sldId id="277"/>
            <p14:sldId id="278"/>
            <p14:sldId id="279"/>
            <p14:sldId id="281"/>
            <p14:sldId id="282"/>
            <p14:sldId id="283"/>
            <p14:sldId id="280"/>
            <p14:sldId id="284"/>
            <p14:sldId id="285"/>
            <p14:sldId id="286"/>
            <p14:sldId id="287"/>
            <p14:sldId id="288"/>
            <p14:sldId id="289"/>
            <p14:sldId id="293"/>
            <p14:sldId id="294"/>
            <p14:sldId id="295"/>
            <p14:sldId id="299"/>
            <p14:sldId id="300"/>
            <p14:sldId id="296"/>
            <p14:sldId id="297"/>
            <p14:sldId id="298"/>
            <p14:sldId id="301"/>
            <p14:sldId id="302"/>
            <p14:sldId id="303"/>
            <p14:sldId id="304"/>
            <p14:sldId id="3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E85"/>
    <a:srgbClr val="0E2618"/>
    <a:srgbClr val="FF5B7E"/>
    <a:srgbClr val="250F0F"/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60C20-1580-B9B7-DC5E-CFE2DC90F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6CBAC-3ADF-2424-D7C3-09F41E832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68515-BB4B-1FE1-1398-BDB9C3F3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07288-0B13-DCBF-7869-DB096429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1FE4D-BD54-CDD0-D7FD-931010BE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4436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59A2C-A805-C2C1-5131-5DFED566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0A30F-9EAB-AE85-450B-4ED649BC9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7EBEB-4340-1494-04A7-1CAE0FE6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D8112-808F-FEC4-C698-5833B3812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FABB3-3512-DD34-7696-E5B703FA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44752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F649-DF0C-A23F-1A43-9CC6B0302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F8F3E-549D-7E16-3537-7E6A40E08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7B7EE-5EA4-49BB-5B29-6A797B82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E5A46-6D4D-29A8-6536-963E64BA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00E7-E78E-50EB-FC7F-06578C4C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9444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029A-2997-753D-B89B-3BE87A1C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B1489-51AA-D01B-77FB-CFDAC7E5C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2ACE7-8167-F91D-5A3A-090EB2100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729E2-5DEF-6C99-AD74-7D4F98BF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F94C0-7776-DC1F-2EB5-9F311DD9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DCF3D-0B4F-90CD-8EA5-39C9D0C1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60812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B71A-31E3-5976-8437-EAFDB432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14AE6-9578-B4C2-F48A-482C62C2E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DF667-0DA3-34B2-F93A-B6479FF3F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44A846-AAF3-3A86-F776-639233F29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A87FC-F2A2-3931-1B21-91744A650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BDC8A9-E4DB-9DB5-D27E-2C5D55B7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EE27F1-E416-12A5-6B0E-55F7DD29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686B9-9CE4-A014-B3D7-601D7726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54159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40DC-E0C0-D90C-67C7-C16A72E2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E1E40-02B2-15BF-266D-C2F84213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8BED5-41DA-0C3A-8F65-1EBE14DA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7F146-B59A-EAFF-664E-FFAC55AA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3538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95CBB-0D79-FD62-9FB9-B150E457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4EE01F-4958-1649-4D9A-9609C78DA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46A5D-E4C3-D92A-C95D-0CA545C4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8799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5B2B-7E17-0CAC-0C4C-714FF3D2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EE87C-B756-AF0B-BEE3-AE125B48A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83CDA-BE89-FA2B-5DC4-4565D9CA7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B3248-1AAC-63FF-B6C1-2AF9BC3F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4FD51-9CA9-2C6F-A427-DBC129161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C434F-0420-FECC-7258-8FD1AC9C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67558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9CF9-918B-A9C4-137E-CBA6F8C0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F74380-617C-BF2A-770E-B319E9F9F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AB687-FFEA-E512-D5C1-2BE772EFB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150F7-1B39-10F2-0C33-B1EB2C8B3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1AB17-523A-02F7-13C3-6D60B8B5D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1D3B1-71A6-3092-E3B0-CA23F4E1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5678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32742-AFAE-E006-D59D-3B4E6D874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DCFED-F5DB-726C-D26F-766C0A32C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3D9CF-395B-DBA0-1655-9FF2091F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BD29D-A242-CF97-AF91-D9DA86B4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FC2D1-5AE5-86B1-4E94-25B7DBCF2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1300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31174-0EAE-F214-0703-B4B900AAB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05B43-B3F0-2726-935C-105E03C2E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71B32-C125-D43F-24E5-102F2C8B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2FF30-CF06-90A8-97A4-EEFCB898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27078-F1D7-2F4A-0918-A8DC4FB0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901621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77D06-7A3E-440E-2BEF-7AC9A1153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9B207-FDBE-3F1A-57E4-6CBF871D7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50316-6B57-68D9-89B4-7996EC57F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420C9-5FEA-4CC9-A758-DC09B04F8669}" type="datetimeFigureOut">
              <a:rPr lang="en-PH" smtClean="0"/>
              <a:t>2/24/2026</a:t>
            </a:fld>
            <a:endParaRPr lang="en-P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A05F5-FB07-2FE4-DA96-AAF57C4F0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DB3B6-ECA9-4459-6CAA-4F1219CE0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376AB-4352-4F5B-B2B1-475478780AFE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754308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4B2409F-22CD-6E4E-CD59-82C5D78290D0}"/>
              </a:ext>
            </a:extLst>
          </p:cNvPr>
          <p:cNvGrpSpPr/>
          <p:nvPr/>
        </p:nvGrpSpPr>
        <p:grpSpPr>
          <a:xfrm>
            <a:off x="615819" y="2951946"/>
            <a:ext cx="5480181" cy="954108"/>
            <a:chOff x="587827" y="2721113"/>
            <a:chExt cx="5480181" cy="9541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210498-F67F-4D5D-135F-5549EA3FC969}"/>
                </a:ext>
              </a:extLst>
            </p:cNvPr>
            <p:cNvSpPr txBox="1"/>
            <p:nvPr/>
          </p:nvSpPr>
          <p:spPr>
            <a:xfrm>
              <a:off x="587827" y="2936557"/>
              <a:ext cx="5480181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4800" spc="-3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move max to front</a:t>
              </a:r>
              <a:endParaRPr lang="en-PH" sz="4800" spc="-3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01614A-2A47-CE7A-82F6-71B9C91E98E8}"/>
                </a:ext>
              </a:extLst>
            </p:cNvPr>
            <p:cNvSpPr txBox="1"/>
            <p:nvPr/>
          </p:nvSpPr>
          <p:spPr>
            <a:xfrm>
              <a:off x="587828" y="2721113"/>
              <a:ext cx="253915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intermediate programming</a:t>
              </a:r>
              <a:endParaRPr lang="en-PH" sz="14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89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6F92-F6F2-A6F3-C796-9BD1E166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B8B6BDE-6BAA-640F-A5F3-975456BC7C8F}"/>
              </a:ext>
            </a:extLst>
          </p:cNvPr>
          <p:cNvSpPr txBox="1"/>
          <p:nvPr/>
        </p:nvSpPr>
        <p:spPr>
          <a:xfrm>
            <a:off x="5332970" y="792687"/>
            <a:ext cx="152605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move max to front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raw visual map</a:t>
            </a:r>
            <a:endParaRPr lang="en-PH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185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47EF-41BE-FFD8-F838-5BF90B88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3E69C8-6EA8-F2E1-D0A6-35F09B688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254147-5ABA-E3FC-9D7B-B5BADEF162D3}"/>
              </a:ext>
            </a:extLst>
          </p:cNvPr>
          <p:cNvSpPr txBox="1"/>
          <p:nvPr/>
        </p:nvSpPr>
        <p:spPr>
          <a:xfrm>
            <a:off x="4018508" y="3059668"/>
            <a:ext cx="4154984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here, we assume you...</a:t>
            </a:r>
          </a:p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know how to use scanner</a:t>
            </a:r>
          </a:p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know how to make arrays</a:t>
            </a:r>
          </a:p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know how to put values on arrays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761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D343A-D9A8-054B-FD42-D17D55D1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A172DA57-E817-24E2-89BD-29B388B1A254}"/>
              </a:ext>
            </a:extLst>
          </p:cNvPr>
          <p:cNvGrpSpPr/>
          <p:nvPr/>
        </p:nvGrpSpPr>
        <p:grpSpPr>
          <a:xfrm>
            <a:off x="3720352" y="2971800"/>
            <a:ext cx="4751296" cy="914400"/>
            <a:chOff x="4222376" y="2420471"/>
            <a:chExt cx="4751296" cy="91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039523-D219-C780-F200-820987D7B9D9}"/>
                </a:ext>
              </a:extLst>
            </p:cNvPr>
            <p:cNvSpPr/>
            <p:nvPr/>
          </p:nvSpPr>
          <p:spPr>
            <a:xfrm>
              <a:off x="4222376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842FF03-7D40-AA1F-2997-AC1FF9C82530}"/>
                </a:ext>
              </a:extLst>
            </p:cNvPr>
            <p:cNvSpPr/>
            <p:nvPr/>
          </p:nvSpPr>
          <p:spPr>
            <a:xfrm>
              <a:off x="5181600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E9ABD9F-A59E-C111-5B30-CB01768805F8}"/>
                </a:ext>
              </a:extLst>
            </p:cNvPr>
            <p:cNvSpPr/>
            <p:nvPr/>
          </p:nvSpPr>
          <p:spPr>
            <a:xfrm>
              <a:off x="6140824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5082565-3C4D-853B-0173-74BE32030C59}"/>
                </a:ext>
              </a:extLst>
            </p:cNvPr>
            <p:cNvSpPr/>
            <p:nvPr/>
          </p:nvSpPr>
          <p:spPr>
            <a:xfrm>
              <a:off x="7100048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9EAE518-E586-DEDE-B7DC-3A9CA399CD51}"/>
                </a:ext>
              </a:extLst>
            </p:cNvPr>
            <p:cNvSpPr/>
            <p:nvPr/>
          </p:nvSpPr>
          <p:spPr>
            <a:xfrm>
              <a:off x="8059272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D4816B9-1E40-8E04-97DD-51363580773F}"/>
              </a:ext>
            </a:extLst>
          </p:cNvPr>
          <p:cNvSpPr txBox="1"/>
          <p:nvPr/>
        </p:nvSpPr>
        <p:spPr>
          <a:xfrm>
            <a:off x="3986446" y="2040865"/>
            <a:ext cx="421910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here’s a sample array we’re going to work with.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1CACA-22DB-ECFB-DB5D-A25F88569C2B}"/>
              </a:ext>
            </a:extLst>
          </p:cNvPr>
          <p:cNvSpPr txBox="1"/>
          <p:nvPr/>
        </p:nvSpPr>
        <p:spPr>
          <a:xfrm>
            <a:off x="3720351" y="2759876"/>
            <a:ext cx="475129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input[]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0841B3-AAC6-E07D-EA9C-746F868783A8}"/>
              </a:ext>
            </a:extLst>
          </p:cNvPr>
          <p:cNvGrpSpPr/>
          <p:nvPr/>
        </p:nvGrpSpPr>
        <p:grpSpPr>
          <a:xfrm>
            <a:off x="3720351" y="3975013"/>
            <a:ext cx="4738862" cy="123112"/>
            <a:chOff x="2937955" y="5549926"/>
            <a:chExt cx="4738862" cy="12311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0CAF71-B544-4404-6F08-E3946102C2CD}"/>
                </a:ext>
              </a:extLst>
            </p:cNvPr>
            <p:cNvSpPr txBox="1"/>
            <p:nvPr/>
          </p:nvSpPr>
          <p:spPr>
            <a:xfrm>
              <a:off x="2937955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input[0]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1463CE-6B8A-D3A2-4993-B0CD1537A38D}"/>
                </a:ext>
              </a:extLst>
            </p:cNvPr>
            <p:cNvSpPr txBox="1"/>
            <p:nvPr/>
          </p:nvSpPr>
          <p:spPr>
            <a:xfrm>
              <a:off x="3890962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input[1]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12ACEA7-DB38-9B85-8148-9B0AF4D5EE2E}"/>
                </a:ext>
              </a:extLst>
            </p:cNvPr>
            <p:cNvSpPr txBox="1"/>
            <p:nvPr/>
          </p:nvSpPr>
          <p:spPr>
            <a:xfrm>
              <a:off x="4843969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input[2]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A1FCF6-F20E-691D-C42B-194FB28A059B}"/>
                </a:ext>
              </a:extLst>
            </p:cNvPr>
            <p:cNvSpPr txBox="1"/>
            <p:nvPr/>
          </p:nvSpPr>
          <p:spPr>
            <a:xfrm>
              <a:off x="5796976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input[3]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322432-ECB0-76A4-E0CB-48E2338ECE69}"/>
                </a:ext>
              </a:extLst>
            </p:cNvPr>
            <p:cNvSpPr txBox="1"/>
            <p:nvPr/>
          </p:nvSpPr>
          <p:spPr>
            <a:xfrm>
              <a:off x="6768634" y="5549926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input[4]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0195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222F-B8D9-9C1A-6AE5-EBE838C6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7C61556-BE8A-4706-41F0-1752F1B5739F}"/>
              </a:ext>
            </a:extLst>
          </p:cNvPr>
          <p:cNvGrpSpPr/>
          <p:nvPr/>
        </p:nvGrpSpPr>
        <p:grpSpPr>
          <a:xfrm>
            <a:off x="3720352" y="2971800"/>
            <a:ext cx="4751296" cy="914400"/>
            <a:chOff x="4222376" y="2420471"/>
            <a:chExt cx="4751296" cy="91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53693D8-96BE-94CA-015B-275FA241B69E}"/>
                </a:ext>
              </a:extLst>
            </p:cNvPr>
            <p:cNvSpPr/>
            <p:nvPr/>
          </p:nvSpPr>
          <p:spPr>
            <a:xfrm>
              <a:off x="4222376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03FF2D7-985F-A985-496C-F7352B769916}"/>
                </a:ext>
              </a:extLst>
            </p:cNvPr>
            <p:cNvSpPr/>
            <p:nvPr/>
          </p:nvSpPr>
          <p:spPr>
            <a:xfrm>
              <a:off x="5181600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09B31BB-26BD-C4E2-856C-3016A2754A22}"/>
                </a:ext>
              </a:extLst>
            </p:cNvPr>
            <p:cNvSpPr/>
            <p:nvPr/>
          </p:nvSpPr>
          <p:spPr>
            <a:xfrm>
              <a:off x="6140824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21B85AA-53CA-DAF6-CF07-572DD717D1D8}"/>
                </a:ext>
              </a:extLst>
            </p:cNvPr>
            <p:cNvSpPr/>
            <p:nvPr/>
          </p:nvSpPr>
          <p:spPr>
            <a:xfrm>
              <a:off x="7100048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2317794-9D84-7EE0-E8B9-4D3C00C1D0FA}"/>
                </a:ext>
              </a:extLst>
            </p:cNvPr>
            <p:cNvSpPr/>
            <p:nvPr/>
          </p:nvSpPr>
          <p:spPr>
            <a:xfrm>
              <a:off x="8059272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88A9CAE-5ECC-C884-5259-03CC0049385C}"/>
              </a:ext>
            </a:extLst>
          </p:cNvPr>
          <p:cNvSpPr txBox="1"/>
          <p:nvPr/>
        </p:nvSpPr>
        <p:spPr>
          <a:xfrm>
            <a:off x="3358082" y="2040865"/>
            <a:ext cx="547585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 we can visually tell that 5 is the highest number here.</a:t>
            </a:r>
            <a:b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 can also tell it’s in the index 2 in the input[] array.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9992E-846D-6FCE-A126-EDFDB89033E2}"/>
              </a:ext>
            </a:extLst>
          </p:cNvPr>
          <p:cNvSpPr txBox="1"/>
          <p:nvPr/>
        </p:nvSpPr>
        <p:spPr>
          <a:xfrm>
            <a:off x="3720351" y="2759876"/>
            <a:ext cx="475129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input[]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A2B8FEE-2FE9-C3A7-49E5-541292330A78}"/>
              </a:ext>
            </a:extLst>
          </p:cNvPr>
          <p:cNvGrpSpPr/>
          <p:nvPr/>
        </p:nvGrpSpPr>
        <p:grpSpPr>
          <a:xfrm>
            <a:off x="3720351" y="3975013"/>
            <a:ext cx="4738862" cy="123112"/>
            <a:chOff x="2937955" y="5549926"/>
            <a:chExt cx="4738862" cy="12311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B82540-929F-20A0-7CC5-64A0DEF31F28}"/>
                </a:ext>
              </a:extLst>
            </p:cNvPr>
            <p:cNvSpPr txBox="1"/>
            <p:nvPr/>
          </p:nvSpPr>
          <p:spPr>
            <a:xfrm>
              <a:off x="2937955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input[0]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9E9510-CE5C-AC08-D017-5195865D9CFC}"/>
                </a:ext>
              </a:extLst>
            </p:cNvPr>
            <p:cNvSpPr txBox="1"/>
            <p:nvPr/>
          </p:nvSpPr>
          <p:spPr>
            <a:xfrm>
              <a:off x="3890962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input[1]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412E6F-625C-9088-40E1-30E20D5E381E}"/>
                </a:ext>
              </a:extLst>
            </p:cNvPr>
            <p:cNvSpPr txBox="1"/>
            <p:nvPr/>
          </p:nvSpPr>
          <p:spPr>
            <a:xfrm>
              <a:off x="4843969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input[2]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22FCB3F-ECB4-4E24-5A2B-80DBD6A447D6}"/>
                </a:ext>
              </a:extLst>
            </p:cNvPr>
            <p:cNvSpPr txBox="1"/>
            <p:nvPr/>
          </p:nvSpPr>
          <p:spPr>
            <a:xfrm>
              <a:off x="5796976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input[3]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397DB2-3840-3912-3D98-C0CE2E7EB3D8}"/>
                </a:ext>
              </a:extLst>
            </p:cNvPr>
            <p:cNvSpPr txBox="1"/>
            <p:nvPr/>
          </p:nvSpPr>
          <p:spPr>
            <a:xfrm>
              <a:off x="6768634" y="5549926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input[4]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7407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2224F-411E-27F9-D80F-26F5202D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A3E2E50-DE45-14AD-FC6A-12F959730D36}"/>
              </a:ext>
            </a:extLst>
          </p:cNvPr>
          <p:cNvGrpSpPr/>
          <p:nvPr/>
        </p:nvGrpSpPr>
        <p:grpSpPr>
          <a:xfrm>
            <a:off x="3720352" y="2971800"/>
            <a:ext cx="4751296" cy="914400"/>
            <a:chOff x="4222376" y="2420471"/>
            <a:chExt cx="4751296" cy="91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F7F777C-13E3-1396-475B-3B042DE4549D}"/>
                </a:ext>
              </a:extLst>
            </p:cNvPr>
            <p:cNvSpPr/>
            <p:nvPr/>
          </p:nvSpPr>
          <p:spPr>
            <a:xfrm>
              <a:off x="4222376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CFAE8B2-BEE5-AE0A-DDA7-B081A43FDBEF}"/>
                </a:ext>
              </a:extLst>
            </p:cNvPr>
            <p:cNvSpPr/>
            <p:nvPr/>
          </p:nvSpPr>
          <p:spPr>
            <a:xfrm>
              <a:off x="5181600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726CEE7-6D1B-EFD5-D03F-0EDAC3D6D0FD}"/>
                </a:ext>
              </a:extLst>
            </p:cNvPr>
            <p:cNvSpPr/>
            <p:nvPr/>
          </p:nvSpPr>
          <p:spPr>
            <a:xfrm>
              <a:off x="6140824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C7F5796-8736-1AD6-D4FD-879CFF84EB36}"/>
                </a:ext>
              </a:extLst>
            </p:cNvPr>
            <p:cNvSpPr/>
            <p:nvPr/>
          </p:nvSpPr>
          <p:spPr>
            <a:xfrm>
              <a:off x="7100048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D8DB8EA-5A11-5183-70F3-5F33C1BDF33E}"/>
                </a:ext>
              </a:extLst>
            </p:cNvPr>
            <p:cNvSpPr/>
            <p:nvPr/>
          </p:nvSpPr>
          <p:spPr>
            <a:xfrm>
              <a:off x="8059272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D63E4DE-317A-F42C-6CCD-F8B59926EBCA}"/>
              </a:ext>
            </a:extLst>
          </p:cNvPr>
          <p:cNvSpPr txBox="1"/>
          <p:nvPr/>
        </p:nvSpPr>
        <p:spPr>
          <a:xfrm>
            <a:off x="3358082" y="2040865"/>
            <a:ext cx="547585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 we can visually tell that 5 is the highest number here.</a:t>
            </a:r>
            <a:b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 can also tell it’s in the index 2 in the input[] array.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except the code doesn’t.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773CEA-C73B-3F00-9640-3657591AA3E8}"/>
              </a:ext>
            </a:extLst>
          </p:cNvPr>
          <p:cNvSpPr txBox="1"/>
          <p:nvPr/>
        </p:nvSpPr>
        <p:spPr>
          <a:xfrm>
            <a:off x="3720351" y="2759876"/>
            <a:ext cx="475129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input[]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B26F7C9-C791-8E78-15CB-1D1F8506C84D}"/>
              </a:ext>
            </a:extLst>
          </p:cNvPr>
          <p:cNvGrpSpPr/>
          <p:nvPr/>
        </p:nvGrpSpPr>
        <p:grpSpPr>
          <a:xfrm>
            <a:off x="3720351" y="3975013"/>
            <a:ext cx="4738862" cy="123112"/>
            <a:chOff x="2937955" y="5549926"/>
            <a:chExt cx="4738862" cy="12311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BC51E2-228A-6022-4826-6B6F52C5776C}"/>
                </a:ext>
              </a:extLst>
            </p:cNvPr>
            <p:cNvSpPr txBox="1"/>
            <p:nvPr/>
          </p:nvSpPr>
          <p:spPr>
            <a:xfrm>
              <a:off x="2937955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input[0]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49E4F2-A670-6372-D790-F49BC289BDA8}"/>
                </a:ext>
              </a:extLst>
            </p:cNvPr>
            <p:cNvSpPr txBox="1"/>
            <p:nvPr/>
          </p:nvSpPr>
          <p:spPr>
            <a:xfrm>
              <a:off x="3890962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input[1]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C6F15E-4DF2-4A51-0AD7-4F55043A0D26}"/>
                </a:ext>
              </a:extLst>
            </p:cNvPr>
            <p:cNvSpPr txBox="1"/>
            <p:nvPr/>
          </p:nvSpPr>
          <p:spPr>
            <a:xfrm>
              <a:off x="4843969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input[2]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8F1D271-2264-D65F-24DA-967AD7B2864B}"/>
                </a:ext>
              </a:extLst>
            </p:cNvPr>
            <p:cNvSpPr txBox="1"/>
            <p:nvPr/>
          </p:nvSpPr>
          <p:spPr>
            <a:xfrm>
              <a:off x="5796976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input[3]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902B14-2CCF-9C52-E4F2-E0BFD0F7F5CD}"/>
                </a:ext>
              </a:extLst>
            </p:cNvPr>
            <p:cNvSpPr txBox="1"/>
            <p:nvPr/>
          </p:nvSpPr>
          <p:spPr>
            <a:xfrm>
              <a:off x="6768634" y="5549926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input[4]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602BE9-A8E2-20C3-BB1A-46A661382CF6}"/>
              </a:ext>
            </a:extLst>
          </p:cNvPr>
          <p:cNvSpPr txBox="1"/>
          <p:nvPr/>
        </p:nvSpPr>
        <p:spPr>
          <a:xfrm>
            <a:off x="7304167" y="1493390"/>
            <a:ext cx="49372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8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💢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419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E2618"/>
            </a:gs>
            <a:gs pos="66000">
              <a:srgbClr val="10101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E5B26E-C668-864A-0130-94D5C03FD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1DE8B13-3161-C22A-35DB-6C0E566A0C53}"/>
              </a:ext>
            </a:extLst>
          </p:cNvPr>
          <p:cNvGrpSpPr/>
          <p:nvPr/>
        </p:nvGrpSpPr>
        <p:grpSpPr>
          <a:xfrm>
            <a:off x="3720352" y="2971800"/>
            <a:ext cx="4751296" cy="914400"/>
            <a:chOff x="4222376" y="2420471"/>
            <a:chExt cx="4751296" cy="91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EE09C25-84ED-6161-0453-D8069E43BBD6}"/>
                </a:ext>
              </a:extLst>
            </p:cNvPr>
            <p:cNvSpPr/>
            <p:nvPr/>
          </p:nvSpPr>
          <p:spPr>
            <a:xfrm>
              <a:off x="4222376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A57D437-A506-905F-2F49-7CE3BDAA46DF}"/>
                </a:ext>
              </a:extLst>
            </p:cNvPr>
            <p:cNvSpPr/>
            <p:nvPr/>
          </p:nvSpPr>
          <p:spPr>
            <a:xfrm>
              <a:off x="5181600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94BEC0E-393A-9519-95A1-C38A744BFBD6}"/>
                </a:ext>
              </a:extLst>
            </p:cNvPr>
            <p:cNvSpPr/>
            <p:nvPr/>
          </p:nvSpPr>
          <p:spPr>
            <a:xfrm>
              <a:off x="6140824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5AE82AB-2446-1B32-6F8D-44864EEDC991}"/>
                </a:ext>
              </a:extLst>
            </p:cNvPr>
            <p:cNvSpPr/>
            <p:nvPr/>
          </p:nvSpPr>
          <p:spPr>
            <a:xfrm>
              <a:off x="7100048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D4A7937-26B6-D6E2-FD43-0E33C6E6A6EB}"/>
                </a:ext>
              </a:extLst>
            </p:cNvPr>
            <p:cNvSpPr/>
            <p:nvPr/>
          </p:nvSpPr>
          <p:spPr>
            <a:xfrm>
              <a:off x="8059272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033791E-92F3-5CB8-4EC6-F9521B0DBA27}"/>
              </a:ext>
            </a:extLst>
          </p:cNvPr>
          <p:cNvSpPr txBox="1"/>
          <p:nvPr/>
        </p:nvSpPr>
        <p:spPr>
          <a:xfrm>
            <a:off x="2486026" y="2040865"/>
            <a:ext cx="721996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solution? we need to use a for loop to get that highest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3D761F-0E9E-EF11-5357-DC7C5CCDD2FA}"/>
              </a:ext>
            </a:extLst>
          </p:cNvPr>
          <p:cNvSpPr txBox="1"/>
          <p:nvPr/>
        </p:nvSpPr>
        <p:spPr>
          <a:xfrm>
            <a:off x="3720351" y="2759876"/>
            <a:ext cx="475129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input[]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582393-186C-2374-DDD6-322D07C9A3EF}"/>
              </a:ext>
            </a:extLst>
          </p:cNvPr>
          <p:cNvGrpSpPr/>
          <p:nvPr/>
        </p:nvGrpSpPr>
        <p:grpSpPr>
          <a:xfrm>
            <a:off x="3720351" y="3975013"/>
            <a:ext cx="4738862" cy="123112"/>
            <a:chOff x="2937955" y="5549926"/>
            <a:chExt cx="4738862" cy="12311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12231E-4CD5-0C0F-05F5-152455F833D2}"/>
                </a:ext>
              </a:extLst>
            </p:cNvPr>
            <p:cNvSpPr txBox="1"/>
            <p:nvPr/>
          </p:nvSpPr>
          <p:spPr>
            <a:xfrm>
              <a:off x="2937955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input[0]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0CA05D-2445-7E38-82A6-425975FD06E9}"/>
                </a:ext>
              </a:extLst>
            </p:cNvPr>
            <p:cNvSpPr txBox="1"/>
            <p:nvPr/>
          </p:nvSpPr>
          <p:spPr>
            <a:xfrm>
              <a:off x="3890962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input[1]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D76A54-13C1-B59B-D387-004E04AA1B6E}"/>
                </a:ext>
              </a:extLst>
            </p:cNvPr>
            <p:cNvSpPr txBox="1"/>
            <p:nvPr/>
          </p:nvSpPr>
          <p:spPr>
            <a:xfrm>
              <a:off x="4843969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input[2]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1F66F0-1EB0-33D1-4E38-EBB9757F0F95}"/>
                </a:ext>
              </a:extLst>
            </p:cNvPr>
            <p:cNvSpPr txBox="1"/>
            <p:nvPr/>
          </p:nvSpPr>
          <p:spPr>
            <a:xfrm>
              <a:off x="5796976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input[3]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B2ACB1-3DCD-C20F-F92E-E9550A06BD2D}"/>
                </a:ext>
              </a:extLst>
            </p:cNvPr>
            <p:cNvSpPr txBox="1"/>
            <p:nvPr/>
          </p:nvSpPr>
          <p:spPr>
            <a:xfrm>
              <a:off x="6768634" y="5549926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input[4]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994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E451-8B7E-0D27-0E6E-5C738EB94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CEEBCE3-D036-1010-F85B-2146E48D6029}"/>
              </a:ext>
            </a:extLst>
          </p:cNvPr>
          <p:cNvSpPr txBox="1"/>
          <p:nvPr/>
        </p:nvSpPr>
        <p:spPr>
          <a:xfrm>
            <a:off x="3571270" y="679042"/>
            <a:ext cx="504945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But first, we first need to create two variables to...</a:t>
            </a:r>
          </a:p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store that number</a:t>
            </a:r>
          </a:p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get its position (called index)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960496-55DD-5AD3-996E-87B00C9CA992}"/>
              </a:ext>
            </a:extLst>
          </p:cNvPr>
          <p:cNvSpPr txBox="1"/>
          <p:nvPr/>
        </p:nvSpPr>
        <p:spPr>
          <a:xfrm>
            <a:off x="3724275" y="5748071"/>
            <a:ext cx="47512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✓ readable variable names makes a clean code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A99AB6-BAD1-5D5E-C53F-CFFD53CE378F}"/>
              </a:ext>
            </a:extLst>
          </p:cNvPr>
          <p:cNvSpPr txBox="1"/>
          <p:nvPr/>
        </p:nvSpPr>
        <p:spPr>
          <a:xfrm>
            <a:off x="3724275" y="3152001"/>
            <a:ext cx="475129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getMaxOfInput = 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input[0];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indexOfMax = 0;</a:t>
            </a:r>
          </a:p>
        </p:txBody>
      </p:sp>
    </p:spTree>
    <p:extLst>
      <p:ext uri="{BB962C8B-B14F-4D97-AF65-F5344CB8AC3E}">
        <p14:creationId xmlns:p14="http://schemas.microsoft.com/office/powerpoint/2010/main" val="2579355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250F0F"/>
            </a:gs>
            <a:gs pos="66000">
              <a:srgbClr val="10101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78BC6-2BCB-9902-659E-5B24A0C2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C41655D-89FA-F3ED-FBB7-B45317341E4A}"/>
              </a:ext>
            </a:extLst>
          </p:cNvPr>
          <p:cNvSpPr txBox="1"/>
          <p:nvPr/>
        </p:nvSpPr>
        <p:spPr>
          <a:xfrm>
            <a:off x="2248678" y="679042"/>
            <a:ext cx="7694642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you’re probably wondering why it’s input[0], not 0.</a:t>
            </a:r>
          </a:p>
          <a:p>
            <a:endParaRPr lang="en-US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when finding a maximum value, you can't start it at 0 because the array might only contain negative numbers (like -1, -2, -5, -4, -3). 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you start at 0, your code would wrongly say 0 is the maximum, even though 0 wasn't in the list at all!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996012-68FA-3BF6-CC4A-B0AF3F8795A9}"/>
              </a:ext>
            </a:extLst>
          </p:cNvPr>
          <p:cNvSpPr txBox="1"/>
          <p:nvPr/>
        </p:nvSpPr>
        <p:spPr>
          <a:xfrm>
            <a:off x="2248678" y="5975827"/>
            <a:ext cx="769466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 doesn’t exist!</a:t>
            </a:r>
          </a:p>
          <a:p>
            <a:pPr algn="ctr"/>
            <a:endParaRPr lang="en-US" sz="1200" dirty="0">
              <a:solidFill>
                <a:srgbClr val="FF5B7E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en-US" sz="1200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But the code will output “maximum number is 0” because 0 is higher than the actual highest number in the array, 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B338B1-63C2-36AA-DC96-A54BA7C826BE}"/>
              </a:ext>
            </a:extLst>
          </p:cNvPr>
          <p:cNvSpPr txBox="1"/>
          <p:nvPr/>
        </p:nvSpPr>
        <p:spPr>
          <a:xfrm>
            <a:off x="3724275" y="3152001"/>
            <a:ext cx="475129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getMaxOfInput = 0;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indexOfMax = 0;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41447E1-2FEC-663E-4AFE-A7A27A35DD85}"/>
              </a:ext>
            </a:extLst>
          </p:cNvPr>
          <p:cNvGrpSpPr/>
          <p:nvPr/>
        </p:nvGrpSpPr>
        <p:grpSpPr>
          <a:xfrm>
            <a:off x="2931737" y="4385361"/>
            <a:ext cx="6328523" cy="1287677"/>
            <a:chOff x="3720351" y="4385361"/>
            <a:chExt cx="6328523" cy="128767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135EADB-A9EF-904A-1714-8F41976E8E5C}"/>
                </a:ext>
              </a:extLst>
            </p:cNvPr>
            <p:cNvGrpSpPr/>
            <p:nvPr/>
          </p:nvGrpSpPr>
          <p:grpSpPr>
            <a:xfrm>
              <a:off x="3720352" y="4572000"/>
              <a:ext cx="4751296" cy="914400"/>
              <a:chOff x="4222376" y="2420471"/>
              <a:chExt cx="4751296" cy="914400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9F12EF4B-0B43-BE63-6348-8F309FE390C7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-1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52C6B9AE-828A-D751-D171-EC11877B6EBE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-2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69EBCAA-4518-2597-AB5B-0E955D74ACB2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-5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89233E7-8946-C487-39F7-CA6559EBE4DA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-4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8C7F019-1C8A-9C55-7787-FC8F19BCA8B2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-3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0C81DA2-5711-E054-9864-16BE8380B079}"/>
                </a:ext>
              </a:extLst>
            </p:cNvPr>
            <p:cNvSpPr/>
            <p:nvPr/>
          </p:nvSpPr>
          <p:spPr>
            <a:xfrm>
              <a:off x="8928848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FF5B7E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  <a:endParaRPr lang="en-PH" sz="3600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E9FFD4D-D3EE-64FC-191F-4030F4D2869E}"/>
                </a:ext>
              </a:extLst>
            </p:cNvPr>
            <p:cNvSpPr txBox="1"/>
            <p:nvPr/>
          </p:nvSpPr>
          <p:spPr>
            <a:xfrm>
              <a:off x="8928847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getMaxOfInput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C669A3-E6DF-D235-BB66-FD78A666FE61}"/>
                </a:ext>
              </a:extLst>
            </p:cNvPr>
            <p:cNvSpPr txBox="1"/>
            <p:nvPr/>
          </p:nvSpPr>
          <p:spPr>
            <a:xfrm>
              <a:off x="3720351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 EXAMPLE</a:t>
              </a:r>
              <a:endParaRPr lang="en-US" sz="800" dirty="0">
                <a:solidFill>
                  <a:schemeClr val="accent4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8124D40-2B4D-E346-FF66-15219CC484D1}"/>
                </a:ext>
              </a:extLst>
            </p:cNvPr>
            <p:cNvGrpSpPr/>
            <p:nvPr/>
          </p:nvGrpSpPr>
          <p:grpSpPr>
            <a:xfrm>
              <a:off x="3726569" y="5549926"/>
              <a:ext cx="4738862" cy="123112"/>
              <a:chOff x="3726569" y="5549926"/>
              <a:chExt cx="4738862" cy="123112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558FA3-7566-7DBA-C654-76353D6FF389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65825A9-5F43-96EA-AB9F-7BFF43ED2943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CFDF24D-6E29-C0E0-BA69-891277439ED8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9C59E4-08C2-EF0D-C315-A5EA3581ED73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8B4F99-73D0-2FA7-C2D9-DE47F250FF76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1816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E2618"/>
            </a:gs>
            <a:gs pos="66000">
              <a:srgbClr val="10101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DD57B-1FE0-FF75-0B14-EB5A4B3F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DDA7B22-936C-9E3C-1367-053C8FB5F24C}"/>
              </a:ext>
            </a:extLst>
          </p:cNvPr>
          <p:cNvSpPr txBox="1"/>
          <p:nvPr/>
        </p:nvSpPr>
        <p:spPr>
          <a:xfrm>
            <a:off x="2248678" y="679042"/>
            <a:ext cx="769464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making it have the same value as the first index of array[] makes gets rid of the issue.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35DA0F-1EA9-8A9D-42E4-38A7E58FAF13}"/>
              </a:ext>
            </a:extLst>
          </p:cNvPr>
          <p:cNvSpPr txBox="1"/>
          <p:nvPr/>
        </p:nvSpPr>
        <p:spPr>
          <a:xfrm>
            <a:off x="3724275" y="3152001"/>
            <a:ext cx="475129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getMaxOfInput = input[0];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indexOfMax = 0;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B931BF-F21D-6BEB-3315-BFBDDDBED83D}"/>
              </a:ext>
            </a:extLst>
          </p:cNvPr>
          <p:cNvGrpSpPr/>
          <p:nvPr/>
        </p:nvGrpSpPr>
        <p:grpSpPr>
          <a:xfrm>
            <a:off x="2931737" y="4385361"/>
            <a:ext cx="6328523" cy="1287677"/>
            <a:chOff x="3720351" y="4385361"/>
            <a:chExt cx="6328523" cy="128767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B93B9D8-4CCA-7019-51BF-8CAED71E7D94}"/>
                </a:ext>
              </a:extLst>
            </p:cNvPr>
            <p:cNvGrpSpPr/>
            <p:nvPr/>
          </p:nvGrpSpPr>
          <p:grpSpPr>
            <a:xfrm>
              <a:off x="3720352" y="4572000"/>
              <a:ext cx="4751296" cy="914400"/>
              <a:chOff x="4222376" y="2420471"/>
              <a:chExt cx="4751296" cy="914400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E592188-5E51-A5F7-8291-90E9FF11BA68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-1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A48D9E7-183C-96CB-08B3-775DEA53CB9C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-2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D3785557-CC0B-84D4-309E-33D85D4C8DA1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-5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1E56582-9648-1B87-E04A-BA6FE795E1A2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-4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81A1A6A-ED58-E328-FEB8-2ABEF4BA1CA9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-3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B9898CB-B83A-E902-BF3A-245959F1D263}"/>
                </a:ext>
              </a:extLst>
            </p:cNvPr>
            <p:cNvSpPr/>
            <p:nvPr/>
          </p:nvSpPr>
          <p:spPr>
            <a:xfrm>
              <a:off x="8928848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-1</a:t>
              </a:r>
              <a:endParaRPr lang="en-PH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37D807-EC2B-C72B-3985-6777D258E782}"/>
                </a:ext>
              </a:extLst>
            </p:cNvPr>
            <p:cNvSpPr txBox="1"/>
            <p:nvPr/>
          </p:nvSpPr>
          <p:spPr>
            <a:xfrm>
              <a:off x="3720351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 EXAMPLE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FD46CD-6FFD-9E8E-F5D9-E880183E8708}"/>
                </a:ext>
              </a:extLst>
            </p:cNvPr>
            <p:cNvSpPr txBox="1"/>
            <p:nvPr/>
          </p:nvSpPr>
          <p:spPr>
            <a:xfrm>
              <a:off x="8928847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getMaxOfInput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463528C-FD35-304B-8E28-A24EFB7E9170}"/>
                </a:ext>
              </a:extLst>
            </p:cNvPr>
            <p:cNvGrpSpPr/>
            <p:nvPr/>
          </p:nvGrpSpPr>
          <p:grpSpPr>
            <a:xfrm>
              <a:off x="3726569" y="5549926"/>
              <a:ext cx="4738862" cy="123112"/>
              <a:chOff x="3726569" y="5549926"/>
              <a:chExt cx="4738862" cy="123112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07E30D-B5E6-37AB-727B-663F2A889527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650494-B569-CCAF-86CF-A5F6A881FF41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4BCCE6-4A2F-D3FB-377C-CF8D76C679F5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59B711-65F5-C775-0040-15DA3A78D04A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8D5259-8729-19EC-70CE-77A96318D0D5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390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33D5F-4A90-CDB2-E0B0-2CA288FD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3E0DF72-A86A-9742-21C5-2625539A4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3F2F986-E3AD-8872-B64A-4007C1A2B8F2}"/>
              </a:ext>
            </a:extLst>
          </p:cNvPr>
          <p:cNvSpPr txBox="1"/>
          <p:nvPr/>
        </p:nvSpPr>
        <p:spPr>
          <a:xfrm>
            <a:off x="2248678" y="679042"/>
            <a:ext cx="769464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tip: use the same approach if you want to get the smaller number too.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844FE6-A746-6216-0022-6BC80D6AAD6D}"/>
              </a:ext>
            </a:extLst>
          </p:cNvPr>
          <p:cNvSpPr txBox="1"/>
          <p:nvPr/>
        </p:nvSpPr>
        <p:spPr>
          <a:xfrm>
            <a:off x="3724275" y="3152001"/>
            <a:ext cx="475129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getMinOfInput = input[0];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indexOfMin = 0;</a:t>
            </a:r>
          </a:p>
        </p:txBody>
      </p:sp>
    </p:spTree>
    <p:extLst>
      <p:ext uri="{BB962C8B-B14F-4D97-AF65-F5344CB8AC3E}">
        <p14:creationId xmlns:p14="http://schemas.microsoft.com/office/powerpoint/2010/main" val="1751340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B4FCA-E9A1-C3E4-F41A-A954756D9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1C594B7-6CFE-2766-D845-31AC0BB366AA}"/>
              </a:ext>
            </a:extLst>
          </p:cNvPr>
          <p:cNvSpPr txBox="1"/>
          <p:nvPr/>
        </p:nvSpPr>
        <p:spPr>
          <a:xfrm>
            <a:off x="3571270" y="679042"/>
            <a:ext cx="504945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 need a for loop to check each numbers and find the highest number.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once it </a:t>
            </a: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finds out the highest number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 array, it stores the data to the variables we created earlier.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14D0FF-34CE-CBC3-E51E-0FD6D3BD02BA}"/>
              </a:ext>
            </a:extLst>
          </p:cNvPr>
          <p:cNvSpPr txBox="1"/>
          <p:nvPr/>
        </p:nvSpPr>
        <p:spPr>
          <a:xfrm>
            <a:off x="3046515" y="1979190"/>
            <a:ext cx="6106816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(int i = 0; i &lt; input.length; i++) {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 (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getMaxOfInput &lt; input[i])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getMaxOfInput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input[i];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indexOfMax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i;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812F29-1ACC-0E77-21D4-441DB480DD40}"/>
              </a:ext>
            </a:extLst>
          </p:cNvPr>
          <p:cNvGrpSpPr/>
          <p:nvPr/>
        </p:nvGrpSpPr>
        <p:grpSpPr>
          <a:xfrm>
            <a:off x="2931738" y="4572000"/>
            <a:ext cx="4751296" cy="914400"/>
            <a:chOff x="4222376" y="2420471"/>
            <a:chExt cx="4751296" cy="91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07A7F57-B34E-1C22-5483-24455E41F496}"/>
                </a:ext>
              </a:extLst>
            </p:cNvPr>
            <p:cNvSpPr/>
            <p:nvPr/>
          </p:nvSpPr>
          <p:spPr>
            <a:xfrm>
              <a:off x="4222376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E840D1A-EE9F-7D25-419A-E2F2F50ADFEC}"/>
                </a:ext>
              </a:extLst>
            </p:cNvPr>
            <p:cNvSpPr/>
            <p:nvPr/>
          </p:nvSpPr>
          <p:spPr>
            <a:xfrm>
              <a:off x="5181600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D486AC4-BE29-89AE-E727-F5598967AD30}"/>
                </a:ext>
              </a:extLst>
            </p:cNvPr>
            <p:cNvSpPr/>
            <p:nvPr/>
          </p:nvSpPr>
          <p:spPr>
            <a:xfrm>
              <a:off x="6140824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A58895B-EE95-872F-9934-AFD56C810709}"/>
                </a:ext>
              </a:extLst>
            </p:cNvPr>
            <p:cNvSpPr/>
            <p:nvPr/>
          </p:nvSpPr>
          <p:spPr>
            <a:xfrm>
              <a:off x="7100048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36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99C7EE9-AA21-3181-646D-254A20D7EE63}"/>
                </a:ext>
              </a:extLst>
            </p:cNvPr>
            <p:cNvSpPr/>
            <p:nvPr/>
          </p:nvSpPr>
          <p:spPr>
            <a:xfrm>
              <a:off x="8059272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36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1271B0-04CB-B8BE-EBD3-FE3C5CC7F9DF}"/>
              </a:ext>
            </a:extLst>
          </p:cNvPr>
          <p:cNvSpPr/>
          <p:nvPr/>
        </p:nvSpPr>
        <p:spPr>
          <a:xfrm>
            <a:off x="8140234" y="4572000"/>
            <a:ext cx="1120026" cy="9144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en-PH" sz="36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CD3DC-5A48-FB96-4EF0-E70DD9884C36}"/>
              </a:ext>
            </a:extLst>
          </p:cNvPr>
          <p:cNvSpPr txBox="1"/>
          <p:nvPr/>
        </p:nvSpPr>
        <p:spPr>
          <a:xfrm>
            <a:off x="2931737" y="4385362"/>
            <a:ext cx="475129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input[]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0427C-14EE-61AA-DAB1-984F9F6CC594}"/>
              </a:ext>
            </a:extLst>
          </p:cNvPr>
          <p:cNvSpPr txBox="1"/>
          <p:nvPr/>
        </p:nvSpPr>
        <p:spPr>
          <a:xfrm>
            <a:off x="8140233" y="4385361"/>
            <a:ext cx="11200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getMaxOfInput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298D5DA-67CB-565B-FA3F-EA01DC0BBA0A}"/>
              </a:ext>
            </a:extLst>
          </p:cNvPr>
          <p:cNvGrpSpPr/>
          <p:nvPr/>
        </p:nvGrpSpPr>
        <p:grpSpPr>
          <a:xfrm>
            <a:off x="2937955" y="5549926"/>
            <a:ext cx="4738862" cy="123112"/>
            <a:chOff x="3726569" y="5549926"/>
            <a:chExt cx="4738862" cy="1231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D8D916-18B6-3DF2-D0F1-DA0230CD9051}"/>
                </a:ext>
              </a:extLst>
            </p:cNvPr>
            <p:cNvSpPr txBox="1"/>
            <p:nvPr/>
          </p:nvSpPr>
          <p:spPr>
            <a:xfrm>
              <a:off x="3726569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input[0]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308FD1-5151-823E-0451-B706E3A3430A}"/>
                </a:ext>
              </a:extLst>
            </p:cNvPr>
            <p:cNvSpPr txBox="1"/>
            <p:nvPr/>
          </p:nvSpPr>
          <p:spPr>
            <a:xfrm>
              <a:off x="4679576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input[1]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B77E75-69B8-6AF7-5080-D22B99E76E6B}"/>
                </a:ext>
              </a:extLst>
            </p:cNvPr>
            <p:cNvSpPr txBox="1"/>
            <p:nvPr/>
          </p:nvSpPr>
          <p:spPr>
            <a:xfrm>
              <a:off x="5632583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input[2]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FEA04A-ECF5-58FF-A702-2F302B4FF513}"/>
                </a:ext>
              </a:extLst>
            </p:cNvPr>
            <p:cNvSpPr txBox="1"/>
            <p:nvPr/>
          </p:nvSpPr>
          <p:spPr>
            <a:xfrm>
              <a:off x="6585590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input[3]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24E7EF-BC07-0DBC-9E66-35E1809ACB4D}"/>
                </a:ext>
              </a:extLst>
            </p:cNvPr>
            <p:cNvSpPr txBox="1"/>
            <p:nvPr/>
          </p:nvSpPr>
          <p:spPr>
            <a:xfrm>
              <a:off x="7557248" y="5549926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input[4]</a:t>
              </a: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F9B1F7D-B9BB-0C5D-1405-AE357DB37186}"/>
              </a:ext>
            </a:extLst>
          </p:cNvPr>
          <p:cNvSpPr/>
          <p:nvPr/>
        </p:nvSpPr>
        <p:spPr>
          <a:xfrm>
            <a:off x="9421638" y="4572000"/>
            <a:ext cx="1120026" cy="9144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en-PH" sz="36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9AABE5-D963-C2BF-16B1-635BD97E02E1}"/>
              </a:ext>
            </a:extLst>
          </p:cNvPr>
          <p:cNvSpPr txBox="1"/>
          <p:nvPr/>
        </p:nvSpPr>
        <p:spPr>
          <a:xfrm>
            <a:off x="9421637" y="4385361"/>
            <a:ext cx="11200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indexOfMax</a:t>
            </a:r>
          </a:p>
        </p:txBody>
      </p:sp>
    </p:spTree>
    <p:extLst>
      <p:ext uri="{BB962C8B-B14F-4D97-AF65-F5344CB8AC3E}">
        <p14:creationId xmlns:p14="http://schemas.microsoft.com/office/powerpoint/2010/main" val="2368522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5107F-7CD0-0ACF-4D52-8C4E883CB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04A4EAF-09AB-39D1-D743-D28EC79AF3D6}"/>
              </a:ext>
            </a:extLst>
          </p:cNvPr>
          <p:cNvSpPr txBox="1"/>
          <p:nvPr/>
        </p:nvSpPr>
        <p:spPr>
          <a:xfrm>
            <a:off x="4383572" y="445463"/>
            <a:ext cx="383882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(int i = 0; i &lt; input.length; i++) {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 (getMaxOfInput &lt; input[i]) {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getMaxOfInput = input[i];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indexOfMax = i;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DDB48A-1E78-6E5F-A62C-CFB122C699F2}"/>
              </a:ext>
            </a:extLst>
          </p:cNvPr>
          <p:cNvSpPr txBox="1"/>
          <p:nvPr/>
        </p:nvSpPr>
        <p:spPr>
          <a:xfrm>
            <a:off x="618930" y="445463"/>
            <a:ext cx="233397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here’s what’s happening...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03A26C-E42F-D37F-69DA-C970D315DA64}"/>
              </a:ext>
            </a:extLst>
          </p:cNvPr>
          <p:cNvSpPr txBox="1"/>
          <p:nvPr/>
        </p:nvSpPr>
        <p:spPr>
          <a:xfrm>
            <a:off x="618930" y="2917139"/>
            <a:ext cx="334658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first iteration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is 1 LESS THAN 1? </a:t>
            </a:r>
            <a:r>
              <a:rPr lang="en-US" sz="1200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FALSE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i++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2F7AFBA-7814-3296-FDB6-A5F142926DCA}"/>
              </a:ext>
            </a:extLst>
          </p:cNvPr>
          <p:cNvGrpSpPr/>
          <p:nvPr/>
        </p:nvGrpSpPr>
        <p:grpSpPr>
          <a:xfrm>
            <a:off x="4383572" y="2637418"/>
            <a:ext cx="3424856" cy="928773"/>
            <a:chOff x="3720351" y="2540750"/>
            <a:chExt cx="3424856" cy="92877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1652AD1-F3F7-2FDE-ECE7-9C4A36A22F67}"/>
                </a:ext>
              </a:extLst>
            </p:cNvPr>
            <p:cNvGrpSpPr/>
            <p:nvPr/>
          </p:nvGrpSpPr>
          <p:grpSpPr>
            <a:xfrm>
              <a:off x="3720352" y="2704145"/>
              <a:ext cx="3424855" cy="601984"/>
              <a:chOff x="4222376" y="2420471"/>
              <a:chExt cx="5202281" cy="914400"/>
            </a:xfrm>
          </p:grpSpPr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4E64486F-FC5A-7C4D-E38D-44A334C6A86A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018BC64E-DC07-FF38-CDD1-11F3ABFF56A5}"/>
                  </a:ext>
                </a:extLst>
              </p:cNvPr>
              <p:cNvSpPr/>
              <p:nvPr/>
            </p:nvSpPr>
            <p:spPr>
              <a:xfrm>
                <a:off x="529434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1CAD5098-A508-4088-8186-E6491A80A3C4}"/>
                  </a:ext>
                </a:extLst>
              </p:cNvPr>
              <p:cNvSpPr/>
              <p:nvPr/>
            </p:nvSpPr>
            <p:spPr>
              <a:xfrm>
                <a:off x="636631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90CAF707-05C5-BA7B-A16D-93EEC5316499}"/>
                  </a:ext>
                </a:extLst>
              </p:cNvPr>
              <p:cNvSpPr/>
              <p:nvPr/>
            </p:nvSpPr>
            <p:spPr>
              <a:xfrm>
                <a:off x="743828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2F76ABD5-91CD-80CD-316F-37C189F8B2F1}"/>
                  </a:ext>
                </a:extLst>
              </p:cNvPr>
              <p:cNvSpPr/>
              <p:nvPr/>
            </p:nvSpPr>
            <p:spPr>
              <a:xfrm>
                <a:off x="851025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9FAE90-6BD7-931F-23E8-D17B377101C1}"/>
                </a:ext>
              </a:extLst>
            </p:cNvPr>
            <p:cNvSpPr txBox="1"/>
            <p:nvPr/>
          </p:nvSpPr>
          <p:spPr>
            <a:xfrm>
              <a:off x="3720351" y="2540750"/>
              <a:ext cx="342076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C99D92C-83A3-FE3C-232E-C448C939AD55}"/>
                </a:ext>
              </a:extLst>
            </p:cNvPr>
            <p:cNvGrpSpPr/>
            <p:nvPr/>
          </p:nvGrpSpPr>
          <p:grpSpPr>
            <a:xfrm>
              <a:off x="3724445" y="3388474"/>
              <a:ext cx="3416669" cy="81049"/>
              <a:chOff x="3726569" y="5549926"/>
              <a:chExt cx="5189845" cy="123112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28D80F9-FB75-8E65-0F51-220039357EFF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4598A40-E3BE-D9C0-B857-406EE2CF6A40}"/>
                  </a:ext>
                </a:extLst>
              </p:cNvPr>
              <p:cNvSpPr txBox="1"/>
              <p:nvPr/>
            </p:nvSpPr>
            <p:spPr>
              <a:xfrm>
                <a:off x="4796985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7790EF2-AB64-E3F8-33F2-D3AE2A6C5EFE}"/>
                  </a:ext>
                </a:extLst>
              </p:cNvPr>
              <p:cNvSpPr txBox="1"/>
              <p:nvPr/>
            </p:nvSpPr>
            <p:spPr>
              <a:xfrm>
                <a:off x="5867401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80EF1B1-6948-AA3B-A775-ED94E1A44A77}"/>
                  </a:ext>
                </a:extLst>
              </p:cNvPr>
              <p:cNvSpPr txBox="1"/>
              <p:nvPr/>
            </p:nvSpPr>
            <p:spPr>
              <a:xfrm>
                <a:off x="6937818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A138948-E6B1-F382-7608-454037E2BE26}"/>
                  </a:ext>
                </a:extLst>
              </p:cNvPr>
              <p:cNvSpPr txBox="1"/>
              <p:nvPr/>
            </p:nvSpPr>
            <p:spPr>
              <a:xfrm>
                <a:off x="8008231" y="5549926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39A46B6-C7E5-67CB-BF4B-077BE757C838}"/>
              </a:ext>
            </a:extLst>
          </p:cNvPr>
          <p:cNvSpPr/>
          <p:nvPr/>
        </p:nvSpPr>
        <p:spPr>
          <a:xfrm>
            <a:off x="8263829" y="2800813"/>
            <a:ext cx="1032572" cy="60198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en-PH" sz="24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1FE00F4-438B-DDCB-090D-68F2A5A9471D}"/>
              </a:ext>
            </a:extLst>
          </p:cNvPr>
          <p:cNvSpPr txBox="1"/>
          <p:nvPr/>
        </p:nvSpPr>
        <p:spPr>
          <a:xfrm>
            <a:off x="8263829" y="2637418"/>
            <a:ext cx="10325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getMaxOfInput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DCE4B49-0784-C7E5-0BFE-8724F061D1B8}"/>
              </a:ext>
            </a:extLst>
          </p:cNvPr>
          <p:cNvSpPr txBox="1"/>
          <p:nvPr/>
        </p:nvSpPr>
        <p:spPr>
          <a:xfrm>
            <a:off x="646821" y="4120190"/>
            <a:ext cx="334658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second iteration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is 1 LESS THAN 2? </a:t>
            </a:r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TRUE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OVERWRITE getMaxOfInput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i++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0E74BC7-5CB2-0488-78F3-6F869481151B}"/>
              </a:ext>
            </a:extLst>
          </p:cNvPr>
          <p:cNvGrpSpPr/>
          <p:nvPr/>
        </p:nvGrpSpPr>
        <p:grpSpPr>
          <a:xfrm>
            <a:off x="4411463" y="3840469"/>
            <a:ext cx="3424856" cy="928773"/>
            <a:chOff x="3720351" y="2540750"/>
            <a:chExt cx="3424856" cy="928773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03DB3627-4920-B8DD-41A4-7EEA5EEF3CD3}"/>
                </a:ext>
              </a:extLst>
            </p:cNvPr>
            <p:cNvGrpSpPr/>
            <p:nvPr/>
          </p:nvGrpSpPr>
          <p:grpSpPr>
            <a:xfrm>
              <a:off x="3720352" y="2704145"/>
              <a:ext cx="3424855" cy="601984"/>
              <a:chOff x="4222376" y="2420471"/>
              <a:chExt cx="5202281" cy="914400"/>
            </a:xfrm>
          </p:grpSpPr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59217E59-4A9B-3E74-F186-4714A25B9C5B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93" name="Rectangle: Rounded Corners 92">
                <a:extLst>
                  <a:ext uri="{FF2B5EF4-FFF2-40B4-BE49-F238E27FC236}">
                    <a16:creationId xmlns:a16="http://schemas.microsoft.com/office/drawing/2014/main" id="{B5DE812D-7E56-1C1D-A05D-796ECE3D5F27}"/>
                  </a:ext>
                </a:extLst>
              </p:cNvPr>
              <p:cNvSpPr/>
              <p:nvPr/>
            </p:nvSpPr>
            <p:spPr>
              <a:xfrm>
                <a:off x="529434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BE12BF7B-D3B1-D1CB-A8F8-9F153CE52E6E}"/>
                  </a:ext>
                </a:extLst>
              </p:cNvPr>
              <p:cNvSpPr/>
              <p:nvPr/>
            </p:nvSpPr>
            <p:spPr>
              <a:xfrm>
                <a:off x="636631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179545F3-CAC5-AFA3-2586-21276683AB2B}"/>
                  </a:ext>
                </a:extLst>
              </p:cNvPr>
              <p:cNvSpPr/>
              <p:nvPr/>
            </p:nvSpPr>
            <p:spPr>
              <a:xfrm>
                <a:off x="743828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BE0C31C4-1B30-9898-4F0C-032913990182}"/>
                  </a:ext>
                </a:extLst>
              </p:cNvPr>
              <p:cNvSpPr/>
              <p:nvPr/>
            </p:nvSpPr>
            <p:spPr>
              <a:xfrm>
                <a:off x="851025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D1423D0-26B3-F38D-E101-7E4B85925C3F}"/>
                </a:ext>
              </a:extLst>
            </p:cNvPr>
            <p:cNvSpPr txBox="1"/>
            <p:nvPr/>
          </p:nvSpPr>
          <p:spPr>
            <a:xfrm>
              <a:off x="3720351" y="2540750"/>
              <a:ext cx="342076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C331E2C0-794D-8DCA-BED3-3C045B6992C0}"/>
                </a:ext>
              </a:extLst>
            </p:cNvPr>
            <p:cNvGrpSpPr/>
            <p:nvPr/>
          </p:nvGrpSpPr>
          <p:grpSpPr>
            <a:xfrm>
              <a:off x="3724445" y="3388474"/>
              <a:ext cx="3416669" cy="81049"/>
              <a:chOff x="3726569" y="5549926"/>
              <a:chExt cx="5189845" cy="123112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579D2B-EFB5-132B-A199-F7C4BC8CB7F8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B9DAD9B-759B-F971-F1E2-A52EF6CBDB6F}"/>
                  </a:ext>
                </a:extLst>
              </p:cNvPr>
              <p:cNvSpPr txBox="1"/>
              <p:nvPr/>
            </p:nvSpPr>
            <p:spPr>
              <a:xfrm>
                <a:off x="4796985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1C626E6-3503-921C-9148-DFDBB55C6B36}"/>
                  </a:ext>
                </a:extLst>
              </p:cNvPr>
              <p:cNvSpPr txBox="1"/>
              <p:nvPr/>
            </p:nvSpPr>
            <p:spPr>
              <a:xfrm>
                <a:off x="5867401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D95FAD7-97C1-0072-38B3-A444199421FE}"/>
                  </a:ext>
                </a:extLst>
              </p:cNvPr>
              <p:cNvSpPr txBox="1"/>
              <p:nvPr/>
            </p:nvSpPr>
            <p:spPr>
              <a:xfrm>
                <a:off x="6937818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988CFD7-AC4D-D68C-C3BF-F302E940DF19}"/>
                  </a:ext>
                </a:extLst>
              </p:cNvPr>
              <p:cNvSpPr txBox="1"/>
              <p:nvPr/>
            </p:nvSpPr>
            <p:spPr>
              <a:xfrm>
                <a:off x="8008231" y="5549926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21177CD-FB2B-F28F-55B1-BED6668DA00B}"/>
              </a:ext>
            </a:extLst>
          </p:cNvPr>
          <p:cNvSpPr/>
          <p:nvPr/>
        </p:nvSpPr>
        <p:spPr>
          <a:xfrm>
            <a:off x="8291720" y="4003864"/>
            <a:ext cx="1032572" cy="60198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en-PH" sz="24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9ABF9E-C303-CB17-7302-1F7B953F5970}"/>
              </a:ext>
            </a:extLst>
          </p:cNvPr>
          <p:cNvSpPr txBox="1"/>
          <p:nvPr/>
        </p:nvSpPr>
        <p:spPr>
          <a:xfrm>
            <a:off x="8291720" y="3840469"/>
            <a:ext cx="10325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getMaxOfInput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8F3F685-A203-8CAB-16FE-4C1A22C9973D}"/>
              </a:ext>
            </a:extLst>
          </p:cNvPr>
          <p:cNvSpPr txBox="1"/>
          <p:nvPr/>
        </p:nvSpPr>
        <p:spPr>
          <a:xfrm>
            <a:off x="646821" y="5323241"/>
            <a:ext cx="334658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third iteration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is 2 LESS THAN 5? </a:t>
            </a:r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TRUE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OVERWRITE getMaxOfInput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i++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D1B5C5B-8186-9D59-B48F-885C2932D029}"/>
              </a:ext>
            </a:extLst>
          </p:cNvPr>
          <p:cNvGrpSpPr/>
          <p:nvPr/>
        </p:nvGrpSpPr>
        <p:grpSpPr>
          <a:xfrm>
            <a:off x="4411463" y="5043520"/>
            <a:ext cx="3424856" cy="928773"/>
            <a:chOff x="3720351" y="2540750"/>
            <a:chExt cx="3424856" cy="928773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8737F1D4-457B-019F-3328-ECDB013F0349}"/>
                </a:ext>
              </a:extLst>
            </p:cNvPr>
            <p:cNvGrpSpPr/>
            <p:nvPr/>
          </p:nvGrpSpPr>
          <p:grpSpPr>
            <a:xfrm>
              <a:off x="3720352" y="2704145"/>
              <a:ext cx="3424855" cy="601984"/>
              <a:chOff x="4222376" y="2420471"/>
              <a:chExt cx="5202281" cy="914400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B2889C9D-12DF-D7BC-8243-29E512F71392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C40811F4-78C5-671D-16B2-AFE8B79E2890}"/>
                  </a:ext>
                </a:extLst>
              </p:cNvPr>
              <p:cNvSpPr/>
              <p:nvPr/>
            </p:nvSpPr>
            <p:spPr>
              <a:xfrm>
                <a:off x="529434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986B8B9F-87F6-1F5F-F648-94A3A0B07092}"/>
                  </a:ext>
                </a:extLst>
              </p:cNvPr>
              <p:cNvSpPr/>
              <p:nvPr/>
            </p:nvSpPr>
            <p:spPr>
              <a:xfrm>
                <a:off x="636631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18" name="Rectangle: Rounded Corners 117">
                <a:extLst>
                  <a:ext uri="{FF2B5EF4-FFF2-40B4-BE49-F238E27FC236}">
                    <a16:creationId xmlns:a16="http://schemas.microsoft.com/office/drawing/2014/main" id="{8E39A27A-5D53-52C0-284E-B08CAF97E9DC}"/>
                  </a:ext>
                </a:extLst>
              </p:cNvPr>
              <p:cNvSpPr/>
              <p:nvPr/>
            </p:nvSpPr>
            <p:spPr>
              <a:xfrm>
                <a:off x="743828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23B39DF2-841B-8798-987B-52D5008704DE}"/>
                  </a:ext>
                </a:extLst>
              </p:cNvPr>
              <p:cNvSpPr/>
              <p:nvPr/>
            </p:nvSpPr>
            <p:spPr>
              <a:xfrm>
                <a:off x="851025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3443E67-2557-9753-6410-2C478DCC4AD1}"/>
                </a:ext>
              </a:extLst>
            </p:cNvPr>
            <p:cNvSpPr txBox="1"/>
            <p:nvPr/>
          </p:nvSpPr>
          <p:spPr>
            <a:xfrm>
              <a:off x="3720351" y="2540750"/>
              <a:ext cx="342076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3F9CFEB2-6EA1-AAA4-52D8-65E16287E3C4}"/>
                </a:ext>
              </a:extLst>
            </p:cNvPr>
            <p:cNvGrpSpPr/>
            <p:nvPr/>
          </p:nvGrpSpPr>
          <p:grpSpPr>
            <a:xfrm>
              <a:off x="3724445" y="3388474"/>
              <a:ext cx="3416669" cy="81049"/>
              <a:chOff x="3726569" y="5549926"/>
              <a:chExt cx="5189845" cy="123112"/>
            </a:xfrm>
          </p:grpSpPr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00B113D-EB09-1062-44E0-2DB57113B04F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47C98FFB-E35F-4448-3170-2558D7E71F8C}"/>
                  </a:ext>
                </a:extLst>
              </p:cNvPr>
              <p:cNvSpPr txBox="1"/>
              <p:nvPr/>
            </p:nvSpPr>
            <p:spPr>
              <a:xfrm>
                <a:off x="4796985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FE774B8-862C-8BC9-2576-C2A2545E2887}"/>
                  </a:ext>
                </a:extLst>
              </p:cNvPr>
              <p:cNvSpPr txBox="1"/>
              <p:nvPr/>
            </p:nvSpPr>
            <p:spPr>
              <a:xfrm>
                <a:off x="5867401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48BBFA0B-D10A-AAC9-F849-CB2CF1E7631D}"/>
                  </a:ext>
                </a:extLst>
              </p:cNvPr>
              <p:cNvSpPr txBox="1"/>
              <p:nvPr/>
            </p:nvSpPr>
            <p:spPr>
              <a:xfrm>
                <a:off x="6937818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8C227D4-44C0-A451-E6A4-6A22223E1F43}"/>
                  </a:ext>
                </a:extLst>
              </p:cNvPr>
              <p:cNvSpPr txBox="1"/>
              <p:nvPr/>
            </p:nvSpPr>
            <p:spPr>
              <a:xfrm>
                <a:off x="8008231" y="5549926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B44D40DB-2001-397A-3D13-8BAA87B1828B}"/>
              </a:ext>
            </a:extLst>
          </p:cNvPr>
          <p:cNvSpPr/>
          <p:nvPr/>
        </p:nvSpPr>
        <p:spPr>
          <a:xfrm>
            <a:off x="8291720" y="5206915"/>
            <a:ext cx="1032572" cy="60198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en-PH" sz="24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23D1BA6-6B4D-FE0C-A459-AFD70C2218B0}"/>
              </a:ext>
            </a:extLst>
          </p:cNvPr>
          <p:cNvSpPr txBox="1"/>
          <p:nvPr/>
        </p:nvSpPr>
        <p:spPr>
          <a:xfrm>
            <a:off x="8291720" y="5043520"/>
            <a:ext cx="10325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getMaxOfInput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85C3F26-D4EF-EBCE-6342-3396F0AE4616}"/>
              </a:ext>
            </a:extLst>
          </p:cNvPr>
          <p:cNvSpPr txBox="1"/>
          <p:nvPr/>
        </p:nvSpPr>
        <p:spPr>
          <a:xfrm>
            <a:off x="2248678" y="6317633"/>
            <a:ext cx="769464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 get the idea...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B8158A93-000D-F79F-EDD8-BB781DB5224D}"/>
              </a:ext>
            </a:extLst>
          </p:cNvPr>
          <p:cNvSpPr/>
          <p:nvPr/>
        </p:nvSpPr>
        <p:spPr>
          <a:xfrm>
            <a:off x="9377707" y="2800813"/>
            <a:ext cx="1032572" cy="60198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en-PH" sz="24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6F2F455-FA26-3644-094B-0A6287F2543A}"/>
              </a:ext>
            </a:extLst>
          </p:cNvPr>
          <p:cNvSpPr txBox="1"/>
          <p:nvPr/>
        </p:nvSpPr>
        <p:spPr>
          <a:xfrm>
            <a:off x="9377707" y="2631994"/>
            <a:ext cx="10325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indexOfMax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9239DA43-BFDB-9F0D-C82D-9778B4248C2F}"/>
              </a:ext>
            </a:extLst>
          </p:cNvPr>
          <p:cNvSpPr/>
          <p:nvPr/>
        </p:nvSpPr>
        <p:spPr>
          <a:xfrm>
            <a:off x="9427034" y="4003864"/>
            <a:ext cx="1032572" cy="60198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en-PH" sz="24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AD2EFA6-BDB2-DB6B-DDEE-7940C40E2BD0}"/>
              </a:ext>
            </a:extLst>
          </p:cNvPr>
          <p:cNvSpPr/>
          <p:nvPr/>
        </p:nvSpPr>
        <p:spPr>
          <a:xfrm>
            <a:off x="9427034" y="5205555"/>
            <a:ext cx="1032572" cy="60198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en-PH" sz="24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E8987B3-8877-B350-FC74-FA76C5A24D91}"/>
              </a:ext>
            </a:extLst>
          </p:cNvPr>
          <p:cNvSpPr txBox="1"/>
          <p:nvPr/>
        </p:nvSpPr>
        <p:spPr>
          <a:xfrm>
            <a:off x="9427034" y="3840468"/>
            <a:ext cx="10325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indexOfMax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E53C064-8904-262E-1A6C-E95B05E17168}"/>
              </a:ext>
            </a:extLst>
          </p:cNvPr>
          <p:cNvSpPr txBox="1"/>
          <p:nvPr/>
        </p:nvSpPr>
        <p:spPr>
          <a:xfrm>
            <a:off x="9427034" y="5043520"/>
            <a:ext cx="10325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indexOfMax</a:t>
            </a:r>
          </a:p>
        </p:txBody>
      </p:sp>
    </p:spTree>
    <p:extLst>
      <p:ext uri="{BB962C8B-B14F-4D97-AF65-F5344CB8AC3E}">
        <p14:creationId xmlns:p14="http://schemas.microsoft.com/office/powerpoint/2010/main" val="3448611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31C1-9887-4AC2-32CA-D4F1FFB27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1B6F4C-E99D-18CC-F27E-FC304FA23F60}"/>
              </a:ext>
            </a:extLst>
          </p:cNvPr>
          <p:cNvGrpSpPr/>
          <p:nvPr/>
        </p:nvGrpSpPr>
        <p:grpSpPr>
          <a:xfrm>
            <a:off x="3720350" y="2141324"/>
            <a:ext cx="4751297" cy="1287676"/>
            <a:chOff x="2931737" y="4385362"/>
            <a:chExt cx="4751297" cy="12876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AE2C4B4-7A0B-B998-5BBB-5DB02701AFEE}"/>
                </a:ext>
              </a:extLst>
            </p:cNvPr>
            <p:cNvGrpSpPr/>
            <p:nvPr/>
          </p:nvGrpSpPr>
          <p:grpSpPr>
            <a:xfrm>
              <a:off x="2931738" y="4572000"/>
              <a:ext cx="4751296" cy="914400"/>
              <a:chOff x="4222376" y="2420471"/>
              <a:chExt cx="4751296" cy="91440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84DA5AD2-95B0-D0E1-8AFD-C08DF0B22113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347DECF-0BCE-8726-62EC-C09C5ACA8AE1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477685AB-B6D5-C743-61BA-19A216FFD27F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49AFBB40-8F3F-8736-EE75-9262D7FE2A78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2E0A0C0E-91CE-2ED8-BD1D-DC17752EC6B2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8810C8-2A8E-BB1C-62B9-8C3D8DE1726B}"/>
                </a:ext>
              </a:extLst>
            </p:cNvPr>
            <p:cNvSpPr txBox="1"/>
            <p:nvPr/>
          </p:nvSpPr>
          <p:spPr>
            <a:xfrm>
              <a:off x="2931737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C03521C-FB6D-B4E8-9386-9503492713AA}"/>
                </a:ext>
              </a:extLst>
            </p:cNvPr>
            <p:cNvGrpSpPr/>
            <p:nvPr/>
          </p:nvGrpSpPr>
          <p:grpSpPr>
            <a:xfrm>
              <a:off x="2937955" y="5549926"/>
              <a:ext cx="4738862" cy="123112"/>
              <a:chOff x="3726569" y="5549926"/>
              <a:chExt cx="4738862" cy="12311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546E0C-7619-E789-07E0-BC0065984D9D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E15B20-5FEA-7644-7DC1-4FE0F065C244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5FF234-A073-14F1-DCBC-B7EFD6D92E02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B50EAC-64CD-E3CA-3392-4B96FA5C0CA4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2FDD97-9CEF-6B45-9D10-A7686E5FAD8B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61CB77F-8848-2951-FD0C-26DC28CC09BE}"/>
              </a:ext>
            </a:extLst>
          </p:cNvPr>
          <p:cNvSpPr/>
          <p:nvPr/>
        </p:nvSpPr>
        <p:spPr>
          <a:xfrm>
            <a:off x="5989361" y="3797382"/>
            <a:ext cx="194623" cy="219598"/>
          </a:xfrm>
          <a:prstGeom prst="downArrow">
            <a:avLst>
              <a:gd name="adj1" fmla="val 36684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B35760C-84B8-C93F-6563-667C481AD2C1}"/>
              </a:ext>
            </a:extLst>
          </p:cNvPr>
          <p:cNvGrpSpPr/>
          <p:nvPr/>
        </p:nvGrpSpPr>
        <p:grpSpPr>
          <a:xfrm>
            <a:off x="3720350" y="4385362"/>
            <a:ext cx="4751297" cy="1287676"/>
            <a:chOff x="2931737" y="4385362"/>
            <a:chExt cx="4751297" cy="128767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9C31D77-4F3A-7D3F-A3A5-0CD58FAAC676}"/>
                </a:ext>
              </a:extLst>
            </p:cNvPr>
            <p:cNvGrpSpPr/>
            <p:nvPr/>
          </p:nvGrpSpPr>
          <p:grpSpPr>
            <a:xfrm>
              <a:off x="2931738" y="4572000"/>
              <a:ext cx="4751296" cy="914400"/>
              <a:chOff x="4222376" y="2420471"/>
              <a:chExt cx="4751296" cy="914400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416BF59D-9BBE-ACED-ACB0-59763147415F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3F2A5D3B-E4D2-C5F7-7911-17C70281D2E4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8A4D1D78-10BF-F171-8D8F-0C7744474900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8A6FE853-C22A-8314-5BB8-CDE4BB2AE7DF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AAF85F69-CB32-8B06-A626-BEE978083A27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E658483-1133-6D2D-8C34-3462B195BD3B}"/>
                </a:ext>
              </a:extLst>
            </p:cNvPr>
            <p:cNvSpPr txBox="1"/>
            <p:nvPr/>
          </p:nvSpPr>
          <p:spPr>
            <a:xfrm>
              <a:off x="2931737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9D0C395-79B8-8D97-7AEB-297A6762550A}"/>
                </a:ext>
              </a:extLst>
            </p:cNvPr>
            <p:cNvGrpSpPr/>
            <p:nvPr/>
          </p:nvGrpSpPr>
          <p:grpSpPr>
            <a:xfrm>
              <a:off x="2937955" y="5549926"/>
              <a:ext cx="4738862" cy="123112"/>
              <a:chOff x="3726569" y="5549926"/>
              <a:chExt cx="4738862" cy="12311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96F20C9-BE40-2272-CD99-C57456AC73D2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DAAC5F1-0447-A71C-2428-8CB9F3450903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B6ABE2-1268-4E73-3813-3DCFF827A2A8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B0D8112-FB1F-252A-C65C-5FA9CDDF49FD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988A24-973B-E232-EA1C-0A3886316884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B1228C3-EA55-3DBE-C4F3-8AF1B91A2FCE}"/>
              </a:ext>
            </a:extLst>
          </p:cNvPr>
          <p:cNvGrpSpPr/>
          <p:nvPr/>
        </p:nvGrpSpPr>
        <p:grpSpPr>
          <a:xfrm>
            <a:off x="3150077" y="445711"/>
            <a:ext cx="5891841" cy="840797"/>
            <a:chOff x="2728887" y="445711"/>
            <a:chExt cx="5891841" cy="84079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EBF56E-68AC-74D8-D983-3D54B1FA0AF1}"/>
                </a:ext>
              </a:extLst>
            </p:cNvPr>
            <p:cNvSpPr txBox="1"/>
            <p:nvPr/>
          </p:nvSpPr>
          <p:spPr>
            <a:xfrm>
              <a:off x="4567238" y="679042"/>
              <a:ext cx="405349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now that we have the highest value and its position, our goal is to move the numbers before it to the right.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8531A38F-FE3E-75DE-D92F-800EBAEA28FC}"/>
                </a:ext>
              </a:extLst>
            </p:cNvPr>
            <p:cNvSpPr/>
            <p:nvPr/>
          </p:nvSpPr>
          <p:spPr>
            <a:xfrm>
              <a:off x="3571270" y="632350"/>
              <a:ext cx="801262" cy="654158"/>
            </a:xfrm>
            <a:prstGeom prst="roundRect">
              <a:avLst/>
            </a:prstGeom>
            <a:gradFill>
              <a:gsLst>
                <a:gs pos="100000">
                  <a:srgbClr val="0E2618"/>
                </a:gs>
                <a:gs pos="0">
                  <a:srgbClr val="101010"/>
                </a:gs>
              </a:gsLst>
              <a:lin ang="5400000" scaled="1"/>
            </a:gra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28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629614B-E7B4-E69C-A23B-A65268DD0917}"/>
                </a:ext>
              </a:extLst>
            </p:cNvPr>
            <p:cNvSpPr txBox="1"/>
            <p:nvPr/>
          </p:nvSpPr>
          <p:spPr>
            <a:xfrm>
              <a:off x="3571270" y="445712"/>
              <a:ext cx="80126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indexOfMax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E317E5FC-3C2F-B165-9D01-5B29F4ED338C}"/>
                </a:ext>
              </a:extLst>
            </p:cNvPr>
            <p:cNvSpPr/>
            <p:nvPr/>
          </p:nvSpPr>
          <p:spPr>
            <a:xfrm>
              <a:off x="2728887" y="632350"/>
              <a:ext cx="801262" cy="654158"/>
            </a:xfrm>
            <a:prstGeom prst="roundRect">
              <a:avLst/>
            </a:prstGeom>
            <a:gradFill>
              <a:gsLst>
                <a:gs pos="100000">
                  <a:srgbClr val="0E2618"/>
                </a:gs>
                <a:gs pos="0">
                  <a:srgbClr val="101010"/>
                </a:gs>
              </a:gsLst>
              <a:lin ang="5400000" scaled="1"/>
            </a:gra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28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B48D74E-F3E4-D7EE-A2B0-66DCB98A1D7B}"/>
                </a:ext>
              </a:extLst>
            </p:cNvPr>
            <p:cNvSpPr txBox="1"/>
            <p:nvPr/>
          </p:nvSpPr>
          <p:spPr>
            <a:xfrm>
              <a:off x="2728887" y="445711"/>
              <a:ext cx="80126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getMaxOfInput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1818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F91C2-185D-D362-39B0-E3B750301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3972949-6CF9-8C3D-15A3-F2556A5B747C}"/>
              </a:ext>
            </a:extLst>
          </p:cNvPr>
          <p:cNvSpPr txBox="1"/>
          <p:nvPr/>
        </p:nvSpPr>
        <p:spPr>
          <a:xfrm>
            <a:off x="3271933" y="679042"/>
            <a:ext cx="564813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 another for loop that focuses on the shifting process, we’re going to use the indexOfMax variable to control how the loop functions.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loop iterates in </a:t>
            </a: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reverse order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the i will start at 2, until 1.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0FBCD1-C325-0F6F-AA82-77092A1377B5}"/>
              </a:ext>
            </a:extLst>
          </p:cNvPr>
          <p:cNvSpPr txBox="1"/>
          <p:nvPr/>
        </p:nvSpPr>
        <p:spPr>
          <a:xfrm>
            <a:off x="3442996" y="2301369"/>
            <a:ext cx="528735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(int i =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indexOfMax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 i &gt; 0; 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i--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{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input[i] = input[i - 1];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9C12ADD-B59A-2284-A4ED-0D7F2792DB49}"/>
              </a:ext>
            </a:extLst>
          </p:cNvPr>
          <p:cNvSpPr/>
          <p:nvPr/>
        </p:nvSpPr>
        <p:spPr>
          <a:xfrm>
            <a:off x="8140234" y="4572000"/>
            <a:ext cx="1120026" cy="9144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en-PH" sz="36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880999-A640-5301-905F-454FA2511F4C}"/>
              </a:ext>
            </a:extLst>
          </p:cNvPr>
          <p:cNvSpPr txBox="1"/>
          <p:nvPr/>
        </p:nvSpPr>
        <p:spPr>
          <a:xfrm>
            <a:off x="8140233" y="4385361"/>
            <a:ext cx="11200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getMaxOfInput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717263D-E616-8BBB-6B2D-FE6816561496}"/>
              </a:ext>
            </a:extLst>
          </p:cNvPr>
          <p:cNvSpPr/>
          <p:nvPr/>
        </p:nvSpPr>
        <p:spPr>
          <a:xfrm>
            <a:off x="9421638" y="4572000"/>
            <a:ext cx="1120026" cy="9144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en-PH" sz="36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CAC4C2-95D1-6D47-F3EC-C69B7A9970F6}"/>
              </a:ext>
            </a:extLst>
          </p:cNvPr>
          <p:cNvSpPr txBox="1"/>
          <p:nvPr/>
        </p:nvSpPr>
        <p:spPr>
          <a:xfrm>
            <a:off x="9421637" y="4385361"/>
            <a:ext cx="11200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indexOfMax</a:t>
            </a:r>
          </a:p>
        </p:txBody>
      </p:sp>
    </p:spTree>
    <p:extLst>
      <p:ext uri="{BB962C8B-B14F-4D97-AF65-F5344CB8AC3E}">
        <p14:creationId xmlns:p14="http://schemas.microsoft.com/office/powerpoint/2010/main" val="2907802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CDF7E-CCC1-41C3-D445-F4A58BE2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6155FE2-DB61-4E40-0E5F-49D3DF49CDFE}"/>
              </a:ext>
            </a:extLst>
          </p:cNvPr>
          <p:cNvSpPr txBox="1"/>
          <p:nvPr/>
        </p:nvSpPr>
        <p:spPr>
          <a:xfrm>
            <a:off x="618930" y="2917139"/>
            <a:ext cx="33465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first iteration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input[2] will copy input[1]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DD04EF-004E-430E-CDA0-2D7ECC141632}"/>
              </a:ext>
            </a:extLst>
          </p:cNvPr>
          <p:cNvGrpSpPr/>
          <p:nvPr/>
        </p:nvGrpSpPr>
        <p:grpSpPr>
          <a:xfrm>
            <a:off x="4383572" y="2637418"/>
            <a:ext cx="3424856" cy="928773"/>
            <a:chOff x="3720351" y="2540750"/>
            <a:chExt cx="3424856" cy="92877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0772CC3-7372-6D41-9532-AFB47989C9E0}"/>
                </a:ext>
              </a:extLst>
            </p:cNvPr>
            <p:cNvGrpSpPr/>
            <p:nvPr/>
          </p:nvGrpSpPr>
          <p:grpSpPr>
            <a:xfrm>
              <a:off x="3720352" y="2704145"/>
              <a:ext cx="3424855" cy="601984"/>
              <a:chOff x="4222376" y="2420471"/>
              <a:chExt cx="5202281" cy="914400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364AF50D-D5B5-7E1D-B915-A6F04BD20346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EF10821C-89F6-0D3A-B407-10C3F88BC0E2}"/>
                  </a:ext>
                </a:extLst>
              </p:cNvPr>
              <p:cNvSpPr/>
              <p:nvPr/>
            </p:nvSpPr>
            <p:spPr>
              <a:xfrm>
                <a:off x="529434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72AE78C-331D-22B1-8058-5284BCC0283C}"/>
                  </a:ext>
                </a:extLst>
              </p:cNvPr>
              <p:cNvSpPr/>
              <p:nvPr/>
            </p:nvSpPr>
            <p:spPr>
              <a:xfrm>
                <a:off x="636631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472AA828-9AD9-6658-1416-3B53DE4CDD3B}"/>
                  </a:ext>
                </a:extLst>
              </p:cNvPr>
              <p:cNvSpPr/>
              <p:nvPr/>
            </p:nvSpPr>
            <p:spPr>
              <a:xfrm>
                <a:off x="743828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37D5E96A-CF86-74AB-41BD-8E458117D9D7}"/>
                  </a:ext>
                </a:extLst>
              </p:cNvPr>
              <p:cNvSpPr/>
              <p:nvPr/>
            </p:nvSpPr>
            <p:spPr>
              <a:xfrm>
                <a:off x="851025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260CF48-8D55-02B4-1212-B578A48601F6}"/>
                </a:ext>
              </a:extLst>
            </p:cNvPr>
            <p:cNvSpPr txBox="1"/>
            <p:nvPr/>
          </p:nvSpPr>
          <p:spPr>
            <a:xfrm>
              <a:off x="3720351" y="2540750"/>
              <a:ext cx="342076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DF4BBAC-B0A0-7537-2F00-C7AFBCD38292}"/>
                </a:ext>
              </a:extLst>
            </p:cNvPr>
            <p:cNvGrpSpPr/>
            <p:nvPr/>
          </p:nvGrpSpPr>
          <p:grpSpPr>
            <a:xfrm>
              <a:off x="3724445" y="3388474"/>
              <a:ext cx="3416669" cy="81049"/>
              <a:chOff x="3726569" y="5549926"/>
              <a:chExt cx="5189845" cy="12311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54B850-FFA6-F15B-A300-B08D00529902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D3297A-5EC6-CCE8-C4B2-239E3DB4DFEA}"/>
                  </a:ext>
                </a:extLst>
              </p:cNvPr>
              <p:cNvSpPr txBox="1"/>
              <p:nvPr/>
            </p:nvSpPr>
            <p:spPr>
              <a:xfrm>
                <a:off x="4796985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5D107E-CA4D-7C43-6093-578FDD40CA5D}"/>
                  </a:ext>
                </a:extLst>
              </p:cNvPr>
              <p:cNvSpPr txBox="1"/>
              <p:nvPr/>
            </p:nvSpPr>
            <p:spPr>
              <a:xfrm>
                <a:off x="5867401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F1DB59-2492-4A8C-2E9C-E99DB6A9657C}"/>
                  </a:ext>
                </a:extLst>
              </p:cNvPr>
              <p:cNvSpPr txBox="1"/>
              <p:nvPr/>
            </p:nvSpPr>
            <p:spPr>
              <a:xfrm>
                <a:off x="6937818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840CBF-A697-9340-B3A1-9D47616CBA6D}"/>
                  </a:ext>
                </a:extLst>
              </p:cNvPr>
              <p:cNvSpPr txBox="1"/>
              <p:nvPr/>
            </p:nvSpPr>
            <p:spPr>
              <a:xfrm>
                <a:off x="8008231" y="5549926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2F7C0B1-8D17-EC9E-2CB6-6743EE249B73}"/>
              </a:ext>
            </a:extLst>
          </p:cNvPr>
          <p:cNvSpPr txBox="1"/>
          <p:nvPr/>
        </p:nvSpPr>
        <p:spPr>
          <a:xfrm>
            <a:off x="4383572" y="445463"/>
            <a:ext cx="345854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(int i = indexOfMax; i &gt; 0; i--) {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input[i] = input[i - 1];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A5BB06-E92E-287E-5645-6E7347E1AC77}"/>
              </a:ext>
            </a:extLst>
          </p:cNvPr>
          <p:cNvGrpSpPr/>
          <p:nvPr/>
        </p:nvGrpSpPr>
        <p:grpSpPr>
          <a:xfrm>
            <a:off x="8222398" y="2637418"/>
            <a:ext cx="3424856" cy="928773"/>
            <a:chOff x="3720351" y="2540750"/>
            <a:chExt cx="3424856" cy="92877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422D9F2-00F7-EFD1-2951-619FA38EF325}"/>
                </a:ext>
              </a:extLst>
            </p:cNvPr>
            <p:cNvGrpSpPr/>
            <p:nvPr/>
          </p:nvGrpSpPr>
          <p:grpSpPr>
            <a:xfrm>
              <a:off x="3720352" y="2704145"/>
              <a:ext cx="3424855" cy="601984"/>
              <a:chOff x="4222376" y="2420471"/>
              <a:chExt cx="5202281" cy="914400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E5AF9D18-DA70-D499-6CB1-2B1EB740C3C2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DDAB15B3-F252-B132-7844-C4DB25A250AA}"/>
                  </a:ext>
                </a:extLst>
              </p:cNvPr>
              <p:cNvSpPr/>
              <p:nvPr/>
            </p:nvSpPr>
            <p:spPr>
              <a:xfrm>
                <a:off x="529434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F0A2918C-A1F5-C5BE-C48E-647D06F0BBD8}"/>
                  </a:ext>
                </a:extLst>
              </p:cNvPr>
              <p:cNvSpPr/>
              <p:nvPr/>
            </p:nvSpPr>
            <p:spPr>
              <a:xfrm>
                <a:off x="636631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D9377B4D-8FDA-0184-BAA7-443734A0C215}"/>
                  </a:ext>
                </a:extLst>
              </p:cNvPr>
              <p:cNvSpPr/>
              <p:nvPr/>
            </p:nvSpPr>
            <p:spPr>
              <a:xfrm>
                <a:off x="743828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1B24C5D0-1055-D8C4-3739-99CA2CB92E70}"/>
                  </a:ext>
                </a:extLst>
              </p:cNvPr>
              <p:cNvSpPr/>
              <p:nvPr/>
            </p:nvSpPr>
            <p:spPr>
              <a:xfrm>
                <a:off x="851025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13B6B9-15CE-0AF5-2AC1-7D984AE1D556}"/>
                </a:ext>
              </a:extLst>
            </p:cNvPr>
            <p:cNvSpPr txBox="1"/>
            <p:nvPr/>
          </p:nvSpPr>
          <p:spPr>
            <a:xfrm>
              <a:off x="3720351" y="2540750"/>
              <a:ext cx="342076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7E9E84E-64D8-9125-DAF3-182AB96BD588}"/>
                </a:ext>
              </a:extLst>
            </p:cNvPr>
            <p:cNvGrpSpPr/>
            <p:nvPr/>
          </p:nvGrpSpPr>
          <p:grpSpPr>
            <a:xfrm>
              <a:off x="3724445" y="3388474"/>
              <a:ext cx="3416669" cy="81049"/>
              <a:chOff x="3726569" y="5549926"/>
              <a:chExt cx="5189845" cy="123112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36B636-C014-A19F-659F-9C24EDFC25BD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F999CE2-6160-9052-7695-F1DBFA60107D}"/>
                  </a:ext>
                </a:extLst>
              </p:cNvPr>
              <p:cNvSpPr txBox="1"/>
              <p:nvPr/>
            </p:nvSpPr>
            <p:spPr>
              <a:xfrm>
                <a:off x="4796985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19AB4D1-C573-4A01-DDA4-890C3BD1DB13}"/>
                  </a:ext>
                </a:extLst>
              </p:cNvPr>
              <p:cNvSpPr txBox="1"/>
              <p:nvPr/>
            </p:nvSpPr>
            <p:spPr>
              <a:xfrm>
                <a:off x="5867401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855405-CC9A-FBB8-7C42-4A48CC6C984D}"/>
                  </a:ext>
                </a:extLst>
              </p:cNvPr>
              <p:cNvSpPr txBox="1"/>
              <p:nvPr/>
            </p:nvSpPr>
            <p:spPr>
              <a:xfrm>
                <a:off x="6937818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F16BC99-4062-AD52-97BC-2F37908A0245}"/>
                  </a:ext>
                </a:extLst>
              </p:cNvPr>
              <p:cNvSpPr txBox="1"/>
              <p:nvPr/>
            </p:nvSpPr>
            <p:spPr>
              <a:xfrm>
                <a:off x="8008231" y="5549926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DA00EEE-F28E-2B29-BCBC-24139727969B}"/>
              </a:ext>
            </a:extLst>
          </p:cNvPr>
          <p:cNvSpPr txBox="1"/>
          <p:nvPr/>
        </p:nvSpPr>
        <p:spPr>
          <a:xfrm>
            <a:off x="618930" y="4207873"/>
            <a:ext cx="33465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second iteration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input[1] will copy input[0]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7A44695-651C-5BA9-800E-F43348B52372}"/>
              </a:ext>
            </a:extLst>
          </p:cNvPr>
          <p:cNvGrpSpPr/>
          <p:nvPr/>
        </p:nvGrpSpPr>
        <p:grpSpPr>
          <a:xfrm>
            <a:off x="4383572" y="3928152"/>
            <a:ext cx="3424856" cy="928773"/>
            <a:chOff x="3720351" y="2540750"/>
            <a:chExt cx="3424856" cy="92877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A1C143C-1E80-0F29-7475-6F816763293D}"/>
                </a:ext>
              </a:extLst>
            </p:cNvPr>
            <p:cNvGrpSpPr/>
            <p:nvPr/>
          </p:nvGrpSpPr>
          <p:grpSpPr>
            <a:xfrm>
              <a:off x="3720352" y="2704145"/>
              <a:ext cx="3424855" cy="601984"/>
              <a:chOff x="4222376" y="2420471"/>
              <a:chExt cx="5202281" cy="914400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33B42470-ABAA-29DA-EB44-DF695D0E82E3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E0D118BE-8CA7-3A9D-E6DB-A9254EAFB67E}"/>
                  </a:ext>
                </a:extLst>
              </p:cNvPr>
              <p:cNvSpPr/>
              <p:nvPr/>
            </p:nvSpPr>
            <p:spPr>
              <a:xfrm>
                <a:off x="529434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EBB5986B-2C78-5B14-67AC-C0508DDB7D53}"/>
                  </a:ext>
                </a:extLst>
              </p:cNvPr>
              <p:cNvSpPr/>
              <p:nvPr/>
            </p:nvSpPr>
            <p:spPr>
              <a:xfrm>
                <a:off x="636631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8368071D-521A-9799-DD41-424255022259}"/>
                  </a:ext>
                </a:extLst>
              </p:cNvPr>
              <p:cNvSpPr/>
              <p:nvPr/>
            </p:nvSpPr>
            <p:spPr>
              <a:xfrm>
                <a:off x="743828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22D82CF-7337-EA32-7DAA-FEB7CE31CAB7}"/>
                  </a:ext>
                </a:extLst>
              </p:cNvPr>
              <p:cNvSpPr/>
              <p:nvPr/>
            </p:nvSpPr>
            <p:spPr>
              <a:xfrm>
                <a:off x="851025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0A25694-7986-C3B2-5194-06E31B5B5648}"/>
                </a:ext>
              </a:extLst>
            </p:cNvPr>
            <p:cNvSpPr txBox="1"/>
            <p:nvPr/>
          </p:nvSpPr>
          <p:spPr>
            <a:xfrm>
              <a:off x="3720351" y="2540750"/>
              <a:ext cx="342076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884943D-7345-6C9F-0A8F-71617E404FF0}"/>
                </a:ext>
              </a:extLst>
            </p:cNvPr>
            <p:cNvGrpSpPr/>
            <p:nvPr/>
          </p:nvGrpSpPr>
          <p:grpSpPr>
            <a:xfrm>
              <a:off x="3724445" y="3388474"/>
              <a:ext cx="3416669" cy="81049"/>
              <a:chOff x="3726569" y="5549926"/>
              <a:chExt cx="5189845" cy="12311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D29EFBC-188E-27AF-347B-EF45281B292D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E99E48A-DEEA-50D8-15DC-A68E79892492}"/>
                  </a:ext>
                </a:extLst>
              </p:cNvPr>
              <p:cNvSpPr txBox="1"/>
              <p:nvPr/>
            </p:nvSpPr>
            <p:spPr>
              <a:xfrm>
                <a:off x="4796985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9462783-CB43-6676-CC34-07FD439DACA4}"/>
                  </a:ext>
                </a:extLst>
              </p:cNvPr>
              <p:cNvSpPr txBox="1"/>
              <p:nvPr/>
            </p:nvSpPr>
            <p:spPr>
              <a:xfrm>
                <a:off x="5867401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7ACAE4-B87C-ADBE-DE52-92B361CB25D2}"/>
                  </a:ext>
                </a:extLst>
              </p:cNvPr>
              <p:cNvSpPr txBox="1"/>
              <p:nvPr/>
            </p:nvSpPr>
            <p:spPr>
              <a:xfrm>
                <a:off x="6937818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62E94F5-8070-999F-43BC-0E524FDA8FC3}"/>
                  </a:ext>
                </a:extLst>
              </p:cNvPr>
              <p:cNvSpPr txBox="1"/>
              <p:nvPr/>
            </p:nvSpPr>
            <p:spPr>
              <a:xfrm>
                <a:off x="8008231" y="5549926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0FDFC6-0657-65E9-CC6F-AA79394CE730}"/>
              </a:ext>
            </a:extLst>
          </p:cNvPr>
          <p:cNvGrpSpPr/>
          <p:nvPr/>
        </p:nvGrpSpPr>
        <p:grpSpPr>
          <a:xfrm>
            <a:off x="8222398" y="3928152"/>
            <a:ext cx="3424856" cy="928773"/>
            <a:chOff x="3720351" y="2540750"/>
            <a:chExt cx="3424856" cy="928773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1E23704-FAB5-6E65-1629-F1C988406DBC}"/>
                </a:ext>
              </a:extLst>
            </p:cNvPr>
            <p:cNvGrpSpPr/>
            <p:nvPr/>
          </p:nvGrpSpPr>
          <p:grpSpPr>
            <a:xfrm>
              <a:off x="3720352" y="2704145"/>
              <a:ext cx="3424855" cy="601984"/>
              <a:chOff x="4222376" y="2420471"/>
              <a:chExt cx="5202281" cy="914400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5A7F9DDF-91FB-633A-7FAE-82696760F633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6317C4AD-7BD6-91A8-BF8E-D2E40C24FB77}"/>
                  </a:ext>
                </a:extLst>
              </p:cNvPr>
              <p:cNvSpPr/>
              <p:nvPr/>
            </p:nvSpPr>
            <p:spPr>
              <a:xfrm>
                <a:off x="529434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705A8DCC-E52A-1E5E-840C-EEB3C4FD2831}"/>
                  </a:ext>
                </a:extLst>
              </p:cNvPr>
              <p:cNvSpPr/>
              <p:nvPr/>
            </p:nvSpPr>
            <p:spPr>
              <a:xfrm>
                <a:off x="636631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B55016A8-3D78-BA10-5701-464EB8D41CEE}"/>
                  </a:ext>
                </a:extLst>
              </p:cNvPr>
              <p:cNvSpPr/>
              <p:nvPr/>
            </p:nvSpPr>
            <p:spPr>
              <a:xfrm>
                <a:off x="7438287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24BB95B3-0410-967C-33C3-C49BA6B65D08}"/>
                  </a:ext>
                </a:extLst>
              </p:cNvPr>
              <p:cNvSpPr/>
              <p:nvPr/>
            </p:nvSpPr>
            <p:spPr>
              <a:xfrm>
                <a:off x="8510256" y="2420471"/>
                <a:ext cx="914401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F4EE582-24E6-F5DF-A587-395A9C342585}"/>
                </a:ext>
              </a:extLst>
            </p:cNvPr>
            <p:cNvSpPr txBox="1"/>
            <p:nvPr/>
          </p:nvSpPr>
          <p:spPr>
            <a:xfrm>
              <a:off x="3720351" y="2540750"/>
              <a:ext cx="342076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B4F21F7-521A-B78E-762E-F8AB792241D3}"/>
                </a:ext>
              </a:extLst>
            </p:cNvPr>
            <p:cNvGrpSpPr/>
            <p:nvPr/>
          </p:nvGrpSpPr>
          <p:grpSpPr>
            <a:xfrm>
              <a:off x="3724445" y="3388474"/>
              <a:ext cx="3416669" cy="81049"/>
              <a:chOff x="3726569" y="5549926"/>
              <a:chExt cx="5189845" cy="123112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851DC48-DEFD-3B05-DCF5-4E0E04B5829C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01E2034-3A53-CCFD-B535-1716CB0DD535}"/>
                  </a:ext>
                </a:extLst>
              </p:cNvPr>
              <p:cNvSpPr txBox="1"/>
              <p:nvPr/>
            </p:nvSpPr>
            <p:spPr>
              <a:xfrm>
                <a:off x="4796985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2B66D41-0845-7839-5170-C0A1FB46E729}"/>
                  </a:ext>
                </a:extLst>
              </p:cNvPr>
              <p:cNvSpPr txBox="1"/>
              <p:nvPr/>
            </p:nvSpPr>
            <p:spPr>
              <a:xfrm>
                <a:off x="5867401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7A2AA95-F772-CEE4-7DDA-31D6A0A38C8C}"/>
                  </a:ext>
                </a:extLst>
              </p:cNvPr>
              <p:cNvSpPr txBox="1"/>
              <p:nvPr/>
            </p:nvSpPr>
            <p:spPr>
              <a:xfrm>
                <a:off x="6937818" y="5549928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AA2DFFE-55DB-CE1F-292D-93EDFF8362E7}"/>
                  </a:ext>
                </a:extLst>
              </p:cNvPr>
              <p:cNvSpPr txBox="1"/>
              <p:nvPr/>
            </p:nvSpPr>
            <p:spPr>
              <a:xfrm>
                <a:off x="8008231" y="5549926"/>
                <a:ext cx="908183" cy="123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C32C1A0-4D75-762E-5C60-636CFC74FC2C}"/>
              </a:ext>
            </a:extLst>
          </p:cNvPr>
          <p:cNvSpPr txBox="1"/>
          <p:nvPr/>
        </p:nvSpPr>
        <p:spPr>
          <a:xfrm>
            <a:off x="618930" y="445463"/>
            <a:ext cx="233397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here’s what’s happening...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011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B732-1E23-A875-94C0-4D8BF3CE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8B54822-6FE7-8330-7C85-CF69DD4762EE}"/>
              </a:ext>
            </a:extLst>
          </p:cNvPr>
          <p:cNvSpPr txBox="1"/>
          <p:nvPr/>
        </p:nvSpPr>
        <p:spPr>
          <a:xfrm>
            <a:off x="3571270" y="679042"/>
            <a:ext cx="504945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now that we’ve switched the places of the numbers, we need to place back the highest number to the first index of the array.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C1E789-F15B-7363-397E-339334BDAF71}"/>
              </a:ext>
            </a:extLst>
          </p:cNvPr>
          <p:cNvGrpSpPr/>
          <p:nvPr/>
        </p:nvGrpSpPr>
        <p:grpSpPr>
          <a:xfrm>
            <a:off x="3720350" y="2785162"/>
            <a:ext cx="4751297" cy="1287676"/>
            <a:chOff x="2931737" y="4385362"/>
            <a:chExt cx="4751297" cy="12876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360BD94-4549-A8EB-B1BE-CFF21964C29E}"/>
                </a:ext>
              </a:extLst>
            </p:cNvPr>
            <p:cNvGrpSpPr/>
            <p:nvPr/>
          </p:nvGrpSpPr>
          <p:grpSpPr>
            <a:xfrm>
              <a:off x="2931738" y="4572000"/>
              <a:ext cx="4751296" cy="914400"/>
              <a:chOff x="4222376" y="2420471"/>
              <a:chExt cx="4751296" cy="91440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5837CD1-3E9C-9412-2408-9142C7644F2F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FF5B7E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rgbClr val="FF5B7E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B8BD77C-7DDC-B071-4DE0-D5080462DDDC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542F1A8A-777B-2FEA-0E8D-40D802E18E0C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2662E8B-C897-A68D-952A-B8933AE375F8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B4393DEE-C06A-A58F-0744-7FF2EC471382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810ACC-797D-DABA-2904-70497F6F4DA2}"/>
                </a:ext>
              </a:extLst>
            </p:cNvPr>
            <p:cNvSpPr txBox="1"/>
            <p:nvPr/>
          </p:nvSpPr>
          <p:spPr>
            <a:xfrm>
              <a:off x="2931737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E8916F9-F54D-2C1A-4BC3-BB8A8C2C3FF9}"/>
                </a:ext>
              </a:extLst>
            </p:cNvPr>
            <p:cNvGrpSpPr/>
            <p:nvPr/>
          </p:nvGrpSpPr>
          <p:grpSpPr>
            <a:xfrm>
              <a:off x="2937955" y="5549926"/>
              <a:ext cx="4738862" cy="123112"/>
              <a:chOff x="3726569" y="5549926"/>
              <a:chExt cx="4738862" cy="12311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B5B2D3-89B4-FFD8-378E-0519327799A9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3FCEFA-63A8-407C-F191-7F8EDB4AC941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189C2E-DA7C-1726-9FA5-AA068D6C77AB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160366-4EF6-1807-F6F0-47C0C30E6AE8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8F154D-DA36-3D44-0FEF-6510D9901605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4841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E2618"/>
            </a:gs>
            <a:gs pos="66000">
              <a:srgbClr val="10101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507E1-C3CA-8BFB-0730-99A86DED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F0289-999D-006A-243F-26A8C9F91178}"/>
              </a:ext>
            </a:extLst>
          </p:cNvPr>
          <p:cNvSpPr txBox="1"/>
          <p:nvPr/>
        </p:nvSpPr>
        <p:spPr>
          <a:xfrm>
            <a:off x="4354288" y="2486035"/>
            <a:ext cx="348342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input[0] =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getMaxOfInput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ED6F29-28BC-83CF-EF53-FEAA403DB98B}"/>
              </a:ext>
            </a:extLst>
          </p:cNvPr>
          <p:cNvSpPr txBox="1"/>
          <p:nvPr/>
        </p:nvSpPr>
        <p:spPr>
          <a:xfrm>
            <a:off x="2248678" y="679042"/>
            <a:ext cx="769464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 simply just copy from the getMaxOfInput variable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1908A8-21BD-3B33-AE96-907FAB1EE91C}"/>
              </a:ext>
            </a:extLst>
          </p:cNvPr>
          <p:cNvGrpSpPr/>
          <p:nvPr/>
        </p:nvGrpSpPr>
        <p:grpSpPr>
          <a:xfrm>
            <a:off x="2291035" y="4385361"/>
            <a:ext cx="7609927" cy="1287677"/>
            <a:chOff x="2931737" y="4385361"/>
            <a:chExt cx="7609927" cy="128767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F042314-322C-B05B-B110-520863F0DE88}"/>
                </a:ext>
              </a:extLst>
            </p:cNvPr>
            <p:cNvSpPr/>
            <p:nvPr/>
          </p:nvSpPr>
          <p:spPr>
            <a:xfrm>
              <a:off x="8140234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D46A885-8580-9A1A-8204-59D6A3D7F677}"/>
                </a:ext>
              </a:extLst>
            </p:cNvPr>
            <p:cNvSpPr txBox="1"/>
            <p:nvPr/>
          </p:nvSpPr>
          <p:spPr>
            <a:xfrm>
              <a:off x="8140233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getMaxOfInput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00CA194-009A-8201-47DB-91DACC81032C}"/>
                </a:ext>
              </a:extLst>
            </p:cNvPr>
            <p:cNvSpPr/>
            <p:nvPr/>
          </p:nvSpPr>
          <p:spPr>
            <a:xfrm>
              <a:off x="9421638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892B0C-03C8-2522-0E8D-2EE8707C414C}"/>
                </a:ext>
              </a:extLst>
            </p:cNvPr>
            <p:cNvSpPr txBox="1"/>
            <p:nvPr/>
          </p:nvSpPr>
          <p:spPr>
            <a:xfrm>
              <a:off x="9421637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indexOfMax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CD63390-7FF5-D0C2-8880-0B210F74A115}"/>
                </a:ext>
              </a:extLst>
            </p:cNvPr>
            <p:cNvGrpSpPr/>
            <p:nvPr/>
          </p:nvGrpSpPr>
          <p:grpSpPr>
            <a:xfrm>
              <a:off x="2931738" y="4572000"/>
              <a:ext cx="4751296" cy="914400"/>
              <a:chOff x="4222376" y="2420471"/>
              <a:chExt cx="4751296" cy="914400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85440E0-D649-3534-1A18-DC4A1B571333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B224915D-9398-8DC2-1E4B-503C2FF2DC43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2DB6FFAA-5C54-F6AF-9630-23C6FFC5B22E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D01DC805-CB39-ED0E-F0FE-9E9FC0BDDEA8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2E989CE7-215F-57D7-AE4C-D0B1059DF6D4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83CCB64-3A78-BD1D-0825-09C6A089D48C}"/>
                </a:ext>
              </a:extLst>
            </p:cNvPr>
            <p:cNvSpPr txBox="1"/>
            <p:nvPr/>
          </p:nvSpPr>
          <p:spPr>
            <a:xfrm>
              <a:off x="2931737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9B1A9A0-9B03-63BE-227A-71F1AC5EF1EF}"/>
                </a:ext>
              </a:extLst>
            </p:cNvPr>
            <p:cNvGrpSpPr/>
            <p:nvPr/>
          </p:nvGrpSpPr>
          <p:grpSpPr>
            <a:xfrm>
              <a:off x="2937955" y="5549926"/>
              <a:ext cx="4738862" cy="123112"/>
              <a:chOff x="3726569" y="5549926"/>
              <a:chExt cx="4738862" cy="12311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D77523-9EA2-C562-83AE-3679880AC032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0DF5E8-3543-5373-9336-B903169384CB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8EA10E-56A2-4BA1-7E42-D7E34833C150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CFB3E-55A9-EF13-D6C7-FF00DAD3BE08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A6F4D3F-7B4A-5321-AF57-D0165E743135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2097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84EB-31D8-4D2C-D6D7-F067C2AA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BFE5749-1D10-6A7C-1BC9-D4760F28E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87DF5E1-B25D-038F-E8AA-4196B1ED5FD6}"/>
              </a:ext>
            </a:extLst>
          </p:cNvPr>
          <p:cNvGrpSpPr/>
          <p:nvPr/>
        </p:nvGrpSpPr>
        <p:grpSpPr>
          <a:xfrm>
            <a:off x="3720352" y="2971800"/>
            <a:ext cx="4751296" cy="914400"/>
            <a:chOff x="4222376" y="2420471"/>
            <a:chExt cx="4751296" cy="91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457C4C1-73A5-74E4-300A-1F1995B25D17}"/>
                </a:ext>
              </a:extLst>
            </p:cNvPr>
            <p:cNvSpPr/>
            <p:nvPr/>
          </p:nvSpPr>
          <p:spPr>
            <a:xfrm>
              <a:off x="4222376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0A5CB91-E60F-E69A-DE16-E04D10A5B8A3}"/>
                </a:ext>
              </a:extLst>
            </p:cNvPr>
            <p:cNvSpPr/>
            <p:nvPr/>
          </p:nvSpPr>
          <p:spPr>
            <a:xfrm>
              <a:off x="5181600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BE8D1B4-314B-DB60-DAC2-230E6FDA853C}"/>
                </a:ext>
              </a:extLst>
            </p:cNvPr>
            <p:cNvSpPr/>
            <p:nvPr/>
          </p:nvSpPr>
          <p:spPr>
            <a:xfrm>
              <a:off x="6140824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B24028C-8B3C-5545-F935-A2C69C07EDEF}"/>
                </a:ext>
              </a:extLst>
            </p:cNvPr>
            <p:cNvSpPr/>
            <p:nvPr/>
          </p:nvSpPr>
          <p:spPr>
            <a:xfrm>
              <a:off x="7100048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0B176A0-447E-9401-5FCD-0445B3518F72}"/>
                </a:ext>
              </a:extLst>
            </p:cNvPr>
            <p:cNvSpPr/>
            <p:nvPr/>
          </p:nvSpPr>
          <p:spPr>
            <a:xfrm>
              <a:off x="8059272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E6B7287-95D0-73EC-50A9-95166B039362}"/>
              </a:ext>
            </a:extLst>
          </p:cNvPr>
          <p:cNvSpPr txBox="1"/>
          <p:nvPr/>
        </p:nvSpPr>
        <p:spPr>
          <a:xfrm>
            <a:off x="5602273" y="2040865"/>
            <a:ext cx="98745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 did it!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082E1-444A-5654-9DD8-5C88462E7622}"/>
              </a:ext>
            </a:extLst>
          </p:cNvPr>
          <p:cNvSpPr txBox="1"/>
          <p:nvPr/>
        </p:nvSpPr>
        <p:spPr>
          <a:xfrm>
            <a:off x="3720351" y="2759876"/>
            <a:ext cx="475129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input[]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FC872C-D81E-BC64-963B-5D9AE21FEABA}"/>
              </a:ext>
            </a:extLst>
          </p:cNvPr>
          <p:cNvGrpSpPr/>
          <p:nvPr/>
        </p:nvGrpSpPr>
        <p:grpSpPr>
          <a:xfrm>
            <a:off x="3720351" y="3975013"/>
            <a:ext cx="4738862" cy="123112"/>
            <a:chOff x="2937955" y="5549926"/>
            <a:chExt cx="4738862" cy="12311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8287DEC-866E-5013-1321-76E14B9D010D}"/>
                </a:ext>
              </a:extLst>
            </p:cNvPr>
            <p:cNvSpPr txBox="1"/>
            <p:nvPr/>
          </p:nvSpPr>
          <p:spPr>
            <a:xfrm>
              <a:off x="2937955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input[0]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E77CA68-1AA8-7DCE-249C-21332A35868A}"/>
                </a:ext>
              </a:extLst>
            </p:cNvPr>
            <p:cNvSpPr txBox="1"/>
            <p:nvPr/>
          </p:nvSpPr>
          <p:spPr>
            <a:xfrm>
              <a:off x="3890962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input[1]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A5D64A-0863-3C1A-628B-1C29ADDA3F89}"/>
                </a:ext>
              </a:extLst>
            </p:cNvPr>
            <p:cNvSpPr txBox="1"/>
            <p:nvPr/>
          </p:nvSpPr>
          <p:spPr>
            <a:xfrm>
              <a:off x="4843969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input[2]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4833B3-3B5D-0590-E3B4-62750A0D9C9A}"/>
                </a:ext>
              </a:extLst>
            </p:cNvPr>
            <p:cNvSpPr txBox="1"/>
            <p:nvPr/>
          </p:nvSpPr>
          <p:spPr>
            <a:xfrm>
              <a:off x="5796976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input[3]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F273C6-EDD0-B2B1-D0FB-F7537FF4FB5B}"/>
                </a:ext>
              </a:extLst>
            </p:cNvPr>
            <p:cNvSpPr txBox="1"/>
            <p:nvPr/>
          </p:nvSpPr>
          <p:spPr>
            <a:xfrm>
              <a:off x="6768634" y="5549926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input[4]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CAA1DA6-2B0E-59A9-EF1F-6D7A732F8BC3}"/>
              </a:ext>
            </a:extLst>
          </p:cNvPr>
          <p:cNvSpPr txBox="1"/>
          <p:nvPr/>
        </p:nvSpPr>
        <p:spPr>
          <a:xfrm>
            <a:off x="3223416" y="5385728"/>
            <a:ext cx="574516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you’ve successfully moved the highest number to the first index.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841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27A24-D8C3-78FE-094E-83C9BE0B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AC8F68E8-1BDA-FEC0-C3B2-BF119E0C174D}"/>
              </a:ext>
            </a:extLst>
          </p:cNvPr>
          <p:cNvGrpSpPr/>
          <p:nvPr/>
        </p:nvGrpSpPr>
        <p:grpSpPr>
          <a:xfrm>
            <a:off x="615819" y="2951946"/>
            <a:ext cx="5480181" cy="954108"/>
            <a:chOff x="587827" y="2721113"/>
            <a:chExt cx="5480181" cy="9541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5AD2F0B-6FB4-DEC2-D2A2-2509D13AD568}"/>
                </a:ext>
              </a:extLst>
            </p:cNvPr>
            <p:cNvSpPr txBox="1"/>
            <p:nvPr/>
          </p:nvSpPr>
          <p:spPr>
            <a:xfrm>
              <a:off x="587827" y="2936557"/>
              <a:ext cx="5480181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4800" spc="-3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neighbor swapping</a:t>
              </a:r>
              <a:endParaRPr lang="en-PH" sz="4800" spc="-3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EBA9AC-2DF8-926C-F85B-26EAD439BDC7}"/>
                </a:ext>
              </a:extLst>
            </p:cNvPr>
            <p:cNvSpPr txBox="1"/>
            <p:nvPr/>
          </p:nvSpPr>
          <p:spPr>
            <a:xfrm>
              <a:off x="587828" y="2721113"/>
              <a:ext cx="253915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intermediate programming</a:t>
              </a:r>
              <a:endParaRPr lang="en-PH" sz="14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3421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6A9B-1861-DB9E-2DD0-9489AD37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F4D668A-5D34-01CA-DDE5-3756CE46C5C6}"/>
              </a:ext>
            </a:extLst>
          </p:cNvPr>
          <p:cNvSpPr txBox="1"/>
          <p:nvPr/>
        </p:nvSpPr>
        <p:spPr>
          <a:xfrm>
            <a:off x="5332971" y="792687"/>
            <a:ext cx="152605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neighbor swapping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raw visual map</a:t>
            </a:r>
            <a:endParaRPr lang="en-PH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564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66FAC-A533-ACED-4788-B98ACA0B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885344-2DA7-4533-9CC9-BB1C6443D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B386D9-2608-2F94-4348-BD7FE1C55E66}"/>
              </a:ext>
            </a:extLst>
          </p:cNvPr>
          <p:cNvSpPr txBox="1"/>
          <p:nvPr/>
        </p:nvSpPr>
        <p:spPr>
          <a:xfrm>
            <a:off x="4018508" y="3059668"/>
            <a:ext cx="4154984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here, we assume you...</a:t>
            </a:r>
          </a:p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know how to use scanner</a:t>
            </a:r>
          </a:p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know how to make arrays</a:t>
            </a:r>
          </a:p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know how to put values on arrays</a:t>
            </a:r>
          </a:p>
        </p:txBody>
      </p:sp>
    </p:spTree>
    <p:extLst>
      <p:ext uri="{BB962C8B-B14F-4D97-AF65-F5344CB8AC3E}">
        <p14:creationId xmlns:p14="http://schemas.microsoft.com/office/powerpoint/2010/main" val="3706278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76A7-41A8-B127-1A43-267ED586C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5C5BFAD-E35E-0230-C64B-09C39F17AF5C}"/>
              </a:ext>
            </a:extLst>
          </p:cNvPr>
          <p:cNvGrpSpPr/>
          <p:nvPr/>
        </p:nvGrpSpPr>
        <p:grpSpPr>
          <a:xfrm>
            <a:off x="3720352" y="2971800"/>
            <a:ext cx="4751296" cy="914400"/>
            <a:chOff x="4222376" y="2420471"/>
            <a:chExt cx="4751296" cy="91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F8F894B-0871-FE67-4714-F5C2E3F547E3}"/>
                </a:ext>
              </a:extLst>
            </p:cNvPr>
            <p:cNvSpPr/>
            <p:nvPr/>
          </p:nvSpPr>
          <p:spPr>
            <a:xfrm>
              <a:off x="4222376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1B5305B-4BAC-2A19-C229-E08302C28789}"/>
                </a:ext>
              </a:extLst>
            </p:cNvPr>
            <p:cNvSpPr/>
            <p:nvPr/>
          </p:nvSpPr>
          <p:spPr>
            <a:xfrm>
              <a:off x="5181600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3792F05-336D-B880-0102-CFCC2E295CEC}"/>
                </a:ext>
              </a:extLst>
            </p:cNvPr>
            <p:cNvSpPr/>
            <p:nvPr/>
          </p:nvSpPr>
          <p:spPr>
            <a:xfrm>
              <a:off x="6140824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1F3DE4D-6F57-7CC4-05D7-E8127A5F9835}"/>
                </a:ext>
              </a:extLst>
            </p:cNvPr>
            <p:cNvSpPr/>
            <p:nvPr/>
          </p:nvSpPr>
          <p:spPr>
            <a:xfrm>
              <a:off x="7100048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7142B47-0DB7-3428-0CF6-10C087CB1917}"/>
                </a:ext>
              </a:extLst>
            </p:cNvPr>
            <p:cNvSpPr/>
            <p:nvPr/>
          </p:nvSpPr>
          <p:spPr>
            <a:xfrm>
              <a:off x="8059272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7F0B3A9-F287-4EA9-0403-1556FBDFC9DA}"/>
              </a:ext>
            </a:extLst>
          </p:cNvPr>
          <p:cNvSpPr txBox="1"/>
          <p:nvPr/>
        </p:nvSpPr>
        <p:spPr>
          <a:xfrm>
            <a:off x="3986446" y="2040865"/>
            <a:ext cx="421910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here’s a sample array we’re going to work with.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555D0-0499-DC94-05F1-B9531E992211}"/>
              </a:ext>
            </a:extLst>
          </p:cNvPr>
          <p:cNvSpPr txBox="1"/>
          <p:nvPr/>
        </p:nvSpPr>
        <p:spPr>
          <a:xfrm>
            <a:off x="3720351" y="2759876"/>
            <a:ext cx="475129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input[]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DAC075-4A7B-21F2-18FB-06574515A0B5}"/>
              </a:ext>
            </a:extLst>
          </p:cNvPr>
          <p:cNvGrpSpPr/>
          <p:nvPr/>
        </p:nvGrpSpPr>
        <p:grpSpPr>
          <a:xfrm>
            <a:off x="3720351" y="3975013"/>
            <a:ext cx="4738862" cy="123112"/>
            <a:chOff x="2937955" y="5549926"/>
            <a:chExt cx="4738862" cy="12311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D7CEF0-1E50-C8FF-E54D-B356E210371E}"/>
                </a:ext>
              </a:extLst>
            </p:cNvPr>
            <p:cNvSpPr txBox="1"/>
            <p:nvPr/>
          </p:nvSpPr>
          <p:spPr>
            <a:xfrm>
              <a:off x="2937955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input[0]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7845F6-8D4F-D003-A9AC-A1B99019C2E1}"/>
                </a:ext>
              </a:extLst>
            </p:cNvPr>
            <p:cNvSpPr txBox="1"/>
            <p:nvPr/>
          </p:nvSpPr>
          <p:spPr>
            <a:xfrm>
              <a:off x="3890962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input[1]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C062F5-A607-7A69-23D2-D436EADE3238}"/>
                </a:ext>
              </a:extLst>
            </p:cNvPr>
            <p:cNvSpPr txBox="1"/>
            <p:nvPr/>
          </p:nvSpPr>
          <p:spPr>
            <a:xfrm>
              <a:off x="4843969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input[2]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0F06FA-A0C6-B144-291A-A137C8ECB6D0}"/>
                </a:ext>
              </a:extLst>
            </p:cNvPr>
            <p:cNvSpPr txBox="1"/>
            <p:nvPr/>
          </p:nvSpPr>
          <p:spPr>
            <a:xfrm>
              <a:off x="5796976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input[3]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3859EB-CADC-468E-8C14-5DE4C60E174C}"/>
                </a:ext>
              </a:extLst>
            </p:cNvPr>
            <p:cNvSpPr txBox="1"/>
            <p:nvPr/>
          </p:nvSpPr>
          <p:spPr>
            <a:xfrm>
              <a:off x="6768634" y="5549926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input[4]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0952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77D85-D88D-7A1F-79BA-A118D006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41C5EE-4A10-5972-CA33-ACA9AF0D35B5}"/>
              </a:ext>
            </a:extLst>
          </p:cNvPr>
          <p:cNvSpPr txBox="1"/>
          <p:nvPr/>
        </p:nvSpPr>
        <p:spPr>
          <a:xfrm>
            <a:off x="3571270" y="679042"/>
            <a:ext cx="504945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goal is to swap every two numbers in an array. we’ll call them partners in this case.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those whose single will remain still.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37F38D-DB52-247D-062B-86C5955BEB26}"/>
              </a:ext>
            </a:extLst>
          </p:cNvPr>
          <p:cNvGrpSpPr/>
          <p:nvPr/>
        </p:nvGrpSpPr>
        <p:grpSpPr>
          <a:xfrm>
            <a:off x="3720350" y="2141324"/>
            <a:ext cx="4751297" cy="1287676"/>
            <a:chOff x="2931737" y="4385362"/>
            <a:chExt cx="4751297" cy="12876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8557828-6E00-6918-0CF4-6BF8D6E0103D}"/>
                </a:ext>
              </a:extLst>
            </p:cNvPr>
            <p:cNvGrpSpPr/>
            <p:nvPr/>
          </p:nvGrpSpPr>
          <p:grpSpPr>
            <a:xfrm>
              <a:off x="2931738" y="4572000"/>
              <a:ext cx="4751296" cy="914400"/>
              <a:chOff x="4222376" y="2420471"/>
              <a:chExt cx="4751296" cy="914400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2B2C6EDD-FC19-D17F-F1F8-7C0CEC871D1A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78268BCF-91F1-709B-7CE3-03A58A604EC9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3DFA8AAB-0180-3C8E-C650-AC96EE156D57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C4D665E-8B34-87CC-DDBA-87A56BA4C39B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30EE32B-160C-35BE-3B09-96B63D8F7106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5963FF-9564-E269-692E-785A35CBABDD}"/>
                </a:ext>
              </a:extLst>
            </p:cNvPr>
            <p:cNvSpPr txBox="1"/>
            <p:nvPr/>
          </p:nvSpPr>
          <p:spPr>
            <a:xfrm>
              <a:off x="2931737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4F7F919-B25D-6FC6-0E14-5123A793A7F8}"/>
                </a:ext>
              </a:extLst>
            </p:cNvPr>
            <p:cNvGrpSpPr/>
            <p:nvPr/>
          </p:nvGrpSpPr>
          <p:grpSpPr>
            <a:xfrm>
              <a:off x="2937955" y="5549926"/>
              <a:ext cx="4738862" cy="123112"/>
              <a:chOff x="3726569" y="5549926"/>
              <a:chExt cx="4738862" cy="123112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A0F27F-5504-1E2F-9DE1-EB489BD7A097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4FC0C6F-4F26-85A9-2611-4008DE8185FD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B5C9C6-59B8-11EA-923C-D03A1ED07CE3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8C15EA-FF99-E77F-9ACC-67AFF84E1E6C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7BA273-0ED9-0D46-70E2-D99287945ED3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  <p:sp>
        <p:nvSpPr>
          <p:cNvPr id="31" name="Arrow: Down 30">
            <a:extLst>
              <a:ext uri="{FF2B5EF4-FFF2-40B4-BE49-F238E27FC236}">
                <a16:creationId xmlns:a16="http://schemas.microsoft.com/office/drawing/2014/main" id="{2769F684-CCEA-7F10-04A2-14AE9A5BE41A}"/>
              </a:ext>
            </a:extLst>
          </p:cNvPr>
          <p:cNvSpPr/>
          <p:nvPr/>
        </p:nvSpPr>
        <p:spPr>
          <a:xfrm>
            <a:off x="5989361" y="3797382"/>
            <a:ext cx="194623" cy="219598"/>
          </a:xfrm>
          <a:prstGeom prst="downArrow">
            <a:avLst>
              <a:gd name="adj1" fmla="val 36684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F819E0-AE72-0469-4C9D-671E7ACA3264}"/>
              </a:ext>
            </a:extLst>
          </p:cNvPr>
          <p:cNvGrpSpPr/>
          <p:nvPr/>
        </p:nvGrpSpPr>
        <p:grpSpPr>
          <a:xfrm>
            <a:off x="3720350" y="4385362"/>
            <a:ext cx="4751297" cy="1287676"/>
            <a:chOff x="2931737" y="4385362"/>
            <a:chExt cx="4751297" cy="128767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A0E5F6D-74DC-760E-0641-9ACBBDEC9FE5}"/>
                </a:ext>
              </a:extLst>
            </p:cNvPr>
            <p:cNvGrpSpPr/>
            <p:nvPr/>
          </p:nvGrpSpPr>
          <p:grpSpPr>
            <a:xfrm>
              <a:off x="2931738" y="4572000"/>
              <a:ext cx="4751296" cy="914400"/>
              <a:chOff x="4222376" y="2420471"/>
              <a:chExt cx="4751296" cy="914400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E27169E6-68DA-ECCF-F3A6-7765A804EDB2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971F7616-3720-6746-72B2-B86D19FB9C73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046EC7AA-1353-BA83-D8C2-D5AC430EB321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B30953F2-895C-6569-54BF-F467A3D265F1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D1578455-11D9-ADEB-D4BA-9E9C1A6325D4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3603B4D-D86D-AAF6-AED4-64AF4E842CC3}"/>
                </a:ext>
              </a:extLst>
            </p:cNvPr>
            <p:cNvSpPr txBox="1"/>
            <p:nvPr/>
          </p:nvSpPr>
          <p:spPr>
            <a:xfrm>
              <a:off x="2931737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39BDBF9-ABE1-80CF-417E-E059EAD78A94}"/>
                </a:ext>
              </a:extLst>
            </p:cNvPr>
            <p:cNvGrpSpPr/>
            <p:nvPr/>
          </p:nvGrpSpPr>
          <p:grpSpPr>
            <a:xfrm>
              <a:off x="2937955" y="5549926"/>
              <a:ext cx="4738862" cy="123112"/>
              <a:chOff x="3726569" y="5549926"/>
              <a:chExt cx="4738862" cy="123112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77228D8-AE34-2EB1-C509-0301BB4E6488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FF1843-6B5D-D4C9-4399-00C20E1A679D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48B897-35AD-66EE-1E25-08D3E4B13F06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6A51101-E044-AF92-3E8E-9AA9A5BE5BB7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3446D4C-AD32-CC36-9A74-692EB10F14F6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9022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989BB-7718-3D69-F265-1551934A8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9BDAF96-1953-B50E-1B39-30836A05D485}"/>
              </a:ext>
            </a:extLst>
          </p:cNvPr>
          <p:cNvSpPr txBox="1"/>
          <p:nvPr/>
        </p:nvSpPr>
        <p:spPr>
          <a:xfrm>
            <a:off x="3571270" y="679042"/>
            <a:ext cx="504945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But first, we first need to create two variables to...</a:t>
            </a:r>
          </a:p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store partners first number</a:t>
            </a:r>
          </a:p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store partners second number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69AEC1-3D71-50FE-3CE1-B3E31FFC6D71}"/>
              </a:ext>
            </a:extLst>
          </p:cNvPr>
          <p:cNvSpPr txBox="1"/>
          <p:nvPr/>
        </p:nvSpPr>
        <p:spPr>
          <a:xfrm>
            <a:off x="4423522" y="2625521"/>
            <a:ext cx="334495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TEMP_ODD = 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input[0];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TEMP_EVEN = 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input[0];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4160A0C-A180-403E-7AE3-00700D2A3ACA}"/>
              </a:ext>
            </a:extLst>
          </p:cNvPr>
          <p:cNvGrpSpPr/>
          <p:nvPr/>
        </p:nvGrpSpPr>
        <p:grpSpPr>
          <a:xfrm>
            <a:off x="2291035" y="4385361"/>
            <a:ext cx="7609927" cy="1287677"/>
            <a:chOff x="2931737" y="4385361"/>
            <a:chExt cx="7609927" cy="128767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7491BEC-C3C7-E42A-31E2-9E0E1891A6C8}"/>
                </a:ext>
              </a:extLst>
            </p:cNvPr>
            <p:cNvSpPr/>
            <p:nvPr/>
          </p:nvSpPr>
          <p:spPr>
            <a:xfrm>
              <a:off x="8140234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3F880FE-496B-761A-202D-D269B470BBA7}"/>
                </a:ext>
              </a:extLst>
            </p:cNvPr>
            <p:cNvSpPr txBox="1"/>
            <p:nvPr/>
          </p:nvSpPr>
          <p:spPr>
            <a:xfrm>
              <a:off x="8140233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8A71B74-49DA-A52E-A89F-EA6F44AB7119}"/>
                </a:ext>
              </a:extLst>
            </p:cNvPr>
            <p:cNvSpPr/>
            <p:nvPr/>
          </p:nvSpPr>
          <p:spPr>
            <a:xfrm>
              <a:off x="9421638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C2A75D-580E-A9CA-A5B3-7981FD9EB977}"/>
                </a:ext>
              </a:extLst>
            </p:cNvPr>
            <p:cNvSpPr txBox="1"/>
            <p:nvPr/>
          </p:nvSpPr>
          <p:spPr>
            <a:xfrm>
              <a:off x="9421637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58E3FD7-C913-9DBE-F597-84A117173504}"/>
                </a:ext>
              </a:extLst>
            </p:cNvPr>
            <p:cNvGrpSpPr/>
            <p:nvPr/>
          </p:nvGrpSpPr>
          <p:grpSpPr>
            <a:xfrm>
              <a:off x="2931738" y="4572000"/>
              <a:ext cx="4751296" cy="914400"/>
              <a:chOff x="4222376" y="2420471"/>
              <a:chExt cx="4751296" cy="914400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E2EF6C3-E5CB-1AC9-A9E7-DA11E8078AF8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B7084D1C-66AE-3205-C3E6-D7C870BC11D6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6853A247-51C9-5E69-44DA-65C26C190CE8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5799020A-F74C-45AF-28E7-06C31ECA3502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896E4A1-05DA-C610-8FD9-894FB2B73613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921EFB-B109-3E39-A096-0E8378621D89}"/>
                </a:ext>
              </a:extLst>
            </p:cNvPr>
            <p:cNvSpPr txBox="1"/>
            <p:nvPr/>
          </p:nvSpPr>
          <p:spPr>
            <a:xfrm>
              <a:off x="2931737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87BABA5-691B-6E5D-EB80-3B0A58FD5AD7}"/>
                </a:ext>
              </a:extLst>
            </p:cNvPr>
            <p:cNvGrpSpPr/>
            <p:nvPr/>
          </p:nvGrpSpPr>
          <p:grpSpPr>
            <a:xfrm>
              <a:off x="2937955" y="5549926"/>
              <a:ext cx="4738862" cy="123112"/>
              <a:chOff x="3726569" y="5549926"/>
              <a:chExt cx="4738862" cy="12311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DD12AA-74B9-0292-816D-4B1310911952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29570D-123B-DB44-6700-9252667DB52B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3B1597-779D-311E-EC2E-1B9E8D823AC2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6CED168-308E-705C-FA5E-82EE6E11DB5B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ABE885-C2BA-57E7-D681-E4F5D6C025CA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92713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7CD1A-A3C0-5E8B-284B-8EDF125DD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6ED0AEB-D764-8439-956A-0D14ACEFDF2D}"/>
              </a:ext>
            </a:extLst>
          </p:cNvPr>
          <p:cNvSpPr txBox="1"/>
          <p:nvPr/>
        </p:nvSpPr>
        <p:spPr>
          <a:xfrm>
            <a:off x="3571270" y="679042"/>
            <a:ext cx="504945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 need a for loop to walk through each array index and check if it’s an odd or even number.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results will give a different set of functions.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39BA9C-4D94-A646-CB4D-618710208E45}"/>
              </a:ext>
            </a:extLst>
          </p:cNvPr>
          <p:cNvSpPr txBox="1"/>
          <p:nvPr/>
        </p:nvSpPr>
        <p:spPr>
          <a:xfrm>
            <a:off x="2181223" y="2182505"/>
            <a:ext cx="7829552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(int i = 0; i &lt; input.length; i++) {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 (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(i + 1) % 2 == 0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	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is index even?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TEMP_EVEN = input[i];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input[i - 1] = TEMP_EVEN;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input[i] = TEMP_ODD;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 else {                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is index odd?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TEMP_ODD = input[i];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8170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B1D2-2E3A-CAE7-7862-E1EC6A002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CAEEEC61-738C-A7C1-A7BD-1DC84D84E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C218050-0F8B-07FC-7488-42BF02A7E22F}"/>
              </a:ext>
            </a:extLst>
          </p:cNvPr>
          <p:cNvSpPr txBox="1"/>
          <p:nvPr/>
        </p:nvSpPr>
        <p:spPr>
          <a:xfrm>
            <a:off x="2181223" y="3290500"/>
            <a:ext cx="78295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(i + 1) % 2 == 0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16EB91-47C9-E77F-E7F3-909488AE8305}"/>
              </a:ext>
            </a:extLst>
          </p:cNvPr>
          <p:cNvSpPr txBox="1"/>
          <p:nvPr/>
        </p:nvSpPr>
        <p:spPr>
          <a:xfrm>
            <a:off x="3571270" y="679042"/>
            <a:ext cx="504945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you’re probably wondering what is this.</a:t>
            </a:r>
          </a:p>
          <a:p>
            <a:endParaRPr lang="en-US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here we translate computing counting to human counting, and then checking if the number is divisible by 2.</a:t>
            </a:r>
          </a:p>
        </p:txBody>
      </p:sp>
    </p:spTree>
    <p:extLst>
      <p:ext uri="{BB962C8B-B14F-4D97-AF65-F5344CB8AC3E}">
        <p14:creationId xmlns:p14="http://schemas.microsoft.com/office/powerpoint/2010/main" val="612324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C0949-7CF6-2DFF-1753-9419E159B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CA8DFE-D3B3-1B88-FE37-A4F4D68AB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0A2A6BE-7024-E16C-3240-B8D266C0A170}"/>
              </a:ext>
            </a:extLst>
          </p:cNvPr>
          <p:cNvSpPr txBox="1"/>
          <p:nvPr/>
        </p:nvSpPr>
        <p:spPr>
          <a:xfrm>
            <a:off x="2181223" y="3290500"/>
            <a:ext cx="78295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(i + 1)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 2 == 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C90B44-7C6B-C3C2-0D7F-FDE979407AE9}"/>
              </a:ext>
            </a:extLst>
          </p:cNvPr>
          <p:cNvSpPr txBox="1"/>
          <p:nvPr/>
        </p:nvSpPr>
        <p:spPr>
          <a:xfrm>
            <a:off x="3571270" y="679042"/>
            <a:ext cx="504945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you’re probably wondering what is this.</a:t>
            </a:r>
          </a:p>
          <a:p>
            <a:endParaRPr lang="en-US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here we translate computing counting to human counting, and then checking if the number is divisible by 2.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 part shifts the index so the first box is "1“ instead of "0".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BC9DE1-852F-A73A-7462-48AD2560F472}"/>
              </a:ext>
            </a:extLst>
          </p:cNvPr>
          <p:cNvGrpSpPr/>
          <p:nvPr/>
        </p:nvGrpSpPr>
        <p:grpSpPr>
          <a:xfrm>
            <a:off x="2501253" y="4356199"/>
            <a:ext cx="7189494" cy="1713101"/>
            <a:chOff x="2501253" y="3501744"/>
            <a:chExt cx="7189494" cy="171310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3C10B51-059D-BFE2-81A7-5A87CC3FFB8B}"/>
                </a:ext>
              </a:extLst>
            </p:cNvPr>
            <p:cNvGrpSpPr/>
            <p:nvPr/>
          </p:nvGrpSpPr>
          <p:grpSpPr>
            <a:xfrm>
              <a:off x="2501253" y="3501744"/>
              <a:ext cx="7189494" cy="765379"/>
              <a:chOff x="2501253" y="3763001"/>
              <a:chExt cx="7189494" cy="765379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45C518B-1B15-997B-6B73-CB036271A758}"/>
                  </a:ext>
                </a:extLst>
              </p:cNvPr>
              <p:cNvSpPr txBox="1"/>
              <p:nvPr/>
            </p:nvSpPr>
            <p:spPr>
              <a:xfrm>
                <a:off x="2501253" y="4042722"/>
                <a:ext cx="33465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zero index. </a:t>
                </a:r>
                <a:r>
                  <a:rPr lang="en-US" sz="12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this is how arrays are typically read.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66705A6-D821-C666-90AE-5DFB1FDEE560}"/>
                  </a:ext>
                </a:extLst>
              </p:cNvPr>
              <p:cNvGrpSpPr/>
              <p:nvPr/>
            </p:nvGrpSpPr>
            <p:grpSpPr>
              <a:xfrm>
                <a:off x="6265891" y="3763001"/>
                <a:ext cx="3424856" cy="765379"/>
                <a:chOff x="3720351" y="2540750"/>
                <a:chExt cx="3424856" cy="76537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104F1933-9AED-0EAD-14EE-D6172E2E0203}"/>
                    </a:ext>
                  </a:extLst>
                </p:cNvPr>
                <p:cNvGrpSpPr/>
                <p:nvPr/>
              </p:nvGrpSpPr>
              <p:grpSpPr>
                <a:xfrm>
                  <a:off x="3720352" y="2704145"/>
                  <a:ext cx="3424855" cy="601984"/>
                  <a:chOff x="4222376" y="2420471"/>
                  <a:chExt cx="5202281" cy="914400"/>
                </a:xfrm>
              </p:grpSpPr>
              <p:sp>
                <p:nvSpPr>
                  <p:cNvPr id="30" name="Rectangle: Rounded Corners 29">
                    <a:extLst>
                      <a:ext uri="{FF2B5EF4-FFF2-40B4-BE49-F238E27FC236}">
                        <a16:creationId xmlns:a16="http://schemas.microsoft.com/office/drawing/2014/main" id="{6B2ADE2D-E5E5-51F9-47F2-7DB9835F3995}"/>
                      </a:ext>
                    </a:extLst>
                  </p:cNvPr>
                  <p:cNvSpPr/>
                  <p:nvPr/>
                </p:nvSpPr>
                <p:spPr>
                  <a:xfrm>
                    <a:off x="4222376" y="2420471"/>
                    <a:ext cx="914401" cy="914400"/>
                  </a:xfrm>
                  <a:prstGeom prst="round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0</a:t>
                    </a:r>
                    <a:endParaRPr lang="en-PH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endParaRPr>
                  </a:p>
                </p:txBody>
              </p:sp>
              <p:sp>
                <p:nvSpPr>
                  <p:cNvPr id="31" name="Rectangle: Rounded Corners 30">
                    <a:extLst>
                      <a:ext uri="{FF2B5EF4-FFF2-40B4-BE49-F238E27FC236}">
                        <a16:creationId xmlns:a16="http://schemas.microsoft.com/office/drawing/2014/main" id="{1C222A09-F48D-B68C-4677-AF2C703D59AC}"/>
                      </a:ext>
                    </a:extLst>
                  </p:cNvPr>
                  <p:cNvSpPr/>
                  <p:nvPr/>
                </p:nvSpPr>
                <p:spPr>
                  <a:xfrm>
                    <a:off x="5294346" y="2420471"/>
                    <a:ext cx="914401" cy="914400"/>
                  </a:xfrm>
                  <a:prstGeom prst="round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1</a:t>
                    </a:r>
                    <a:endParaRPr lang="en-PH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endParaRPr>
                  </a:p>
                </p:txBody>
              </p:sp>
              <p:sp>
                <p:nvSpPr>
                  <p:cNvPr id="32" name="Rectangle: Rounded Corners 31">
                    <a:extLst>
                      <a:ext uri="{FF2B5EF4-FFF2-40B4-BE49-F238E27FC236}">
                        <a16:creationId xmlns:a16="http://schemas.microsoft.com/office/drawing/2014/main" id="{C1D0DB6C-0B4E-FAE4-F003-A8F94454A749}"/>
                      </a:ext>
                    </a:extLst>
                  </p:cNvPr>
                  <p:cNvSpPr/>
                  <p:nvPr/>
                </p:nvSpPr>
                <p:spPr>
                  <a:xfrm>
                    <a:off x="6366317" y="2420471"/>
                    <a:ext cx="914401" cy="914400"/>
                  </a:xfrm>
                  <a:prstGeom prst="round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2</a:t>
                    </a:r>
                    <a:endParaRPr lang="en-PH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endParaRPr>
                  </a:p>
                </p:txBody>
              </p:sp>
              <p:sp>
                <p:nvSpPr>
                  <p:cNvPr id="33" name="Rectangle: Rounded Corners 32">
                    <a:extLst>
                      <a:ext uri="{FF2B5EF4-FFF2-40B4-BE49-F238E27FC236}">
                        <a16:creationId xmlns:a16="http://schemas.microsoft.com/office/drawing/2014/main" id="{0ACF1D07-DD3C-E95F-F852-E49094211B47}"/>
                      </a:ext>
                    </a:extLst>
                  </p:cNvPr>
                  <p:cNvSpPr/>
                  <p:nvPr/>
                </p:nvSpPr>
                <p:spPr>
                  <a:xfrm>
                    <a:off x="7438287" y="2420471"/>
                    <a:ext cx="914401" cy="914400"/>
                  </a:xfrm>
                  <a:prstGeom prst="round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3</a:t>
                    </a:r>
                    <a:endParaRPr lang="en-PH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endParaRPr>
                  </a:p>
                </p:txBody>
              </p:sp>
              <p:sp>
                <p:nvSpPr>
                  <p:cNvPr id="34" name="Rectangle: Rounded Corners 33">
                    <a:extLst>
                      <a:ext uri="{FF2B5EF4-FFF2-40B4-BE49-F238E27FC236}">
                        <a16:creationId xmlns:a16="http://schemas.microsoft.com/office/drawing/2014/main" id="{5CBC7EE5-B854-EB80-EE46-42301B8D481F}"/>
                      </a:ext>
                    </a:extLst>
                  </p:cNvPr>
                  <p:cNvSpPr/>
                  <p:nvPr/>
                </p:nvSpPr>
                <p:spPr>
                  <a:xfrm>
                    <a:off x="8510256" y="2420471"/>
                    <a:ext cx="914401" cy="914400"/>
                  </a:xfrm>
                  <a:prstGeom prst="round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4</a:t>
                    </a:r>
                    <a:endParaRPr lang="en-PH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endParaRPr>
                  </a:p>
                </p:txBody>
              </p:sp>
            </p:grp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1778384-CBE6-9FB2-23B9-7208F808F5CA}"/>
                    </a:ext>
                  </a:extLst>
                </p:cNvPr>
                <p:cNvSpPr txBox="1"/>
                <p:nvPr/>
              </p:nvSpPr>
              <p:spPr>
                <a:xfrm>
                  <a:off x="3720351" y="2540750"/>
                  <a:ext cx="342076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int i</a:t>
                  </a:r>
                </a:p>
              </p:txBody>
            </p:sp>
          </p:grp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E82618A-D400-8E07-D665-E429272BFAA8}"/>
                </a:ext>
              </a:extLst>
            </p:cNvPr>
            <p:cNvGrpSpPr/>
            <p:nvPr/>
          </p:nvGrpSpPr>
          <p:grpSpPr>
            <a:xfrm>
              <a:off x="2501253" y="4449466"/>
              <a:ext cx="7189494" cy="765379"/>
              <a:chOff x="2501253" y="3763001"/>
              <a:chExt cx="7189494" cy="765379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F7EBFC1-A64F-9C50-71E1-C989D971CC93}"/>
                  </a:ext>
                </a:extLst>
              </p:cNvPr>
              <p:cNvSpPr txBox="1"/>
              <p:nvPr/>
            </p:nvSpPr>
            <p:spPr>
              <a:xfrm>
                <a:off x="2501253" y="4135055"/>
                <a:ext cx="334658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chemeClr val="bg2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now it’s like human counting an array</a:t>
                </a:r>
                <a:endParaRPr lang="en-US" sz="1200" i="1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BEF780C1-296E-57DF-8B81-39D8DF55BCAB}"/>
                  </a:ext>
                </a:extLst>
              </p:cNvPr>
              <p:cNvGrpSpPr/>
              <p:nvPr/>
            </p:nvGrpSpPr>
            <p:grpSpPr>
              <a:xfrm>
                <a:off x="6265891" y="3763001"/>
                <a:ext cx="3424856" cy="765379"/>
                <a:chOff x="3720351" y="2540750"/>
                <a:chExt cx="3424856" cy="765379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B7855F0E-0766-7B50-E4A5-2773665E6BD6}"/>
                    </a:ext>
                  </a:extLst>
                </p:cNvPr>
                <p:cNvGrpSpPr/>
                <p:nvPr/>
              </p:nvGrpSpPr>
              <p:grpSpPr>
                <a:xfrm>
                  <a:off x="3720352" y="2704145"/>
                  <a:ext cx="3424855" cy="601984"/>
                  <a:chOff x="4222376" y="2420471"/>
                  <a:chExt cx="5202281" cy="914400"/>
                </a:xfrm>
              </p:grpSpPr>
              <p:sp>
                <p:nvSpPr>
                  <p:cNvPr id="42" name="Rectangle: Rounded Corners 41">
                    <a:extLst>
                      <a:ext uri="{FF2B5EF4-FFF2-40B4-BE49-F238E27FC236}">
                        <a16:creationId xmlns:a16="http://schemas.microsoft.com/office/drawing/2014/main" id="{66C8C1A9-4982-754B-B3A0-034688E372F0}"/>
                      </a:ext>
                    </a:extLst>
                  </p:cNvPr>
                  <p:cNvSpPr/>
                  <p:nvPr/>
                </p:nvSpPr>
                <p:spPr>
                  <a:xfrm>
                    <a:off x="4222376" y="2420471"/>
                    <a:ext cx="914400" cy="914400"/>
                  </a:xfrm>
                  <a:prstGeom prst="round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1</a:t>
                    </a:r>
                    <a:endParaRPr lang="en-PH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endParaRPr>
                  </a:p>
                </p:txBody>
              </p:sp>
              <p:sp>
                <p:nvSpPr>
                  <p:cNvPr id="43" name="Rectangle: Rounded Corners 42">
                    <a:extLst>
                      <a:ext uri="{FF2B5EF4-FFF2-40B4-BE49-F238E27FC236}">
                        <a16:creationId xmlns:a16="http://schemas.microsoft.com/office/drawing/2014/main" id="{DA46E2A4-AF9D-E4C8-340C-36952EE4142D}"/>
                      </a:ext>
                    </a:extLst>
                  </p:cNvPr>
                  <p:cNvSpPr/>
                  <p:nvPr/>
                </p:nvSpPr>
                <p:spPr>
                  <a:xfrm>
                    <a:off x="5294346" y="2420471"/>
                    <a:ext cx="914401" cy="914400"/>
                  </a:xfrm>
                  <a:prstGeom prst="round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2</a:t>
                    </a:r>
                    <a:endParaRPr lang="en-PH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endParaRPr>
                  </a:p>
                </p:txBody>
              </p:sp>
              <p:sp>
                <p:nvSpPr>
                  <p:cNvPr id="44" name="Rectangle: Rounded Corners 43">
                    <a:extLst>
                      <a:ext uri="{FF2B5EF4-FFF2-40B4-BE49-F238E27FC236}">
                        <a16:creationId xmlns:a16="http://schemas.microsoft.com/office/drawing/2014/main" id="{3A4DAC7C-E03F-574D-391A-3D2C98B859A8}"/>
                      </a:ext>
                    </a:extLst>
                  </p:cNvPr>
                  <p:cNvSpPr/>
                  <p:nvPr/>
                </p:nvSpPr>
                <p:spPr>
                  <a:xfrm>
                    <a:off x="6366317" y="2420471"/>
                    <a:ext cx="914401" cy="914400"/>
                  </a:xfrm>
                  <a:prstGeom prst="round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3</a:t>
                    </a:r>
                    <a:endParaRPr lang="en-PH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endParaRPr>
                  </a:p>
                </p:txBody>
              </p:sp>
              <p:sp>
                <p:nvSpPr>
                  <p:cNvPr id="45" name="Rectangle: Rounded Corners 44">
                    <a:extLst>
                      <a:ext uri="{FF2B5EF4-FFF2-40B4-BE49-F238E27FC236}">
                        <a16:creationId xmlns:a16="http://schemas.microsoft.com/office/drawing/2014/main" id="{2712AD7B-9EC7-DFFB-C8BC-E97DAA35A69D}"/>
                      </a:ext>
                    </a:extLst>
                  </p:cNvPr>
                  <p:cNvSpPr/>
                  <p:nvPr/>
                </p:nvSpPr>
                <p:spPr>
                  <a:xfrm>
                    <a:off x="7438287" y="2420471"/>
                    <a:ext cx="914401" cy="914400"/>
                  </a:xfrm>
                  <a:prstGeom prst="round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4</a:t>
                    </a:r>
                    <a:endParaRPr lang="en-PH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endParaRPr>
                  </a:p>
                </p:txBody>
              </p:sp>
              <p:sp>
                <p:nvSpPr>
                  <p:cNvPr id="46" name="Rectangle: Rounded Corners 45">
                    <a:extLst>
                      <a:ext uri="{FF2B5EF4-FFF2-40B4-BE49-F238E27FC236}">
                        <a16:creationId xmlns:a16="http://schemas.microsoft.com/office/drawing/2014/main" id="{F9511E1A-DF35-3D85-1832-615BEA153AE5}"/>
                      </a:ext>
                    </a:extLst>
                  </p:cNvPr>
                  <p:cNvSpPr/>
                  <p:nvPr/>
                </p:nvSpPr>
                <p:spPr>
                  <a:xfrm>
                    <a:off x="8510256" y="2420471"/>
                    <a:ext cx="914401" cy="914400"/>
                  </a:xfrm>
                  <a:prstGeom prst="round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5</a:t>
                    </a:r>
                    <a:endParaRPr lang="en-PH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endParaRPr>
                  </a:p>
                </p:txBody>
              </p:sp>
            </p:grp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C34AA6A-F397-BFDA-96C3-3DF24F49A374}"/>
                    </a:ext>
                  </a:extLst>
                </p:cNvPr>
                <p:cNvSpPr txBox="1"/>
                <p:nvPr/>
              </p:nvSpPr>
              <p:spPr>
                <a:xfrm>
                  <a:off x="3720351" y="2540750"/>
                  <a:ext cx="342076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int (i + 1)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54427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539D4-D882-01F9-5FF2-80D229E4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BCE5EA7-A1AF-0295-E005-65E0AB390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ED5C35C-90FB-5F38-77CB-155B41B4A0B1}"/>
              </a:ext>
            </a:extLst>
          </p:cNvPr>
          <p:cNvSpPr txBox="1"/>
          <p:nvPr/>
        </p:nvSpPr>
        <p:spPr>
          <a:xfrm>
            <a:off x="2181223" y="3290500"/>
            <a:ext cx="78295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(i + 1)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 2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8693CA-B9B5-2A48-1FE0-12B3EBB12F26}"/>
              </a:ext>
            </a:extLst>
          </p:cNvPr>
          <p:cNvSpPr txBox="1"/>
          <p:nvPr/>
        </p:nvSpPr>
        <p:spPr>
          <a:xfrm>
            <a:off x="3571270" y="679042"/>
            <a:ext cx="504945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you’re probably wondering what is this.</a:t>
            </a:r>
          </a:p>
          <a:p>
            <a:endParaRPr lang="en-US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here we translate computing counting to human counting, and then checking if the number is divisible by 2.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 part divides (i+1) by 2 and looks at the remainder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6F04D3-B106-0AF6-7F1F-78E2686BB92D}"/>
              </a:ext>
            </a:extLst>
          </p:cNvPr>
          <p:cNvGrpSpPr/>
          <p:nvPr/>
        </p:nvGrpSpPr>
        <p:grpSpPr>
          <a:xfrm>
            <a:off x="3254185" y="5073762"/>
            <a:ext cx="5683628" cy="601984"/>
            <a:chOff x="4222376" y="2420471"/>
            <a:chExt cx="5202281" cy="9144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9FF873A-A97B-8125-7068-EFF580B1FF62}"/>
                </a:ext>
              </a:extLst>
            </p:cNvPr>
            <p:cNvSpPr/>
            <p:nvPr/>
          </p:nvSpPr>
          <p:spPr>
            <a:xfrm>
              <a:off x="4222376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5B7E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2400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69824ED-DC06-EC8F-EC8F-18FE19CE8580}"/>
                </a:ext>
              </a:extLst>
            </p:cNvPr>
            <p:cNvSpPr/>
            <p:nvPr/>
          </p:nvSpPr>
          <p:spPr>
            <a:xfrm>
              <a:off x="5294346" y="2420471"/>
              <a:ext cx="914401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16FE5B2-246B-48BD-503D-589778F432A9}"/>
                </a:ext>
              </a:extLst>
            </p:cNvPr>
            <p:cNvSpPr/>
            <p:nvPr/>
          </p:nvSpPr>
          <p:spPr>
            <a:xfrm>
              <a:off x="6366317" y="2420471"/>
              <a:ext cx="914401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5B7E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2400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0DC86B4-092E-B3AA-C9E8-9E706D039049}"/>
                </a:ext>
              </a:extLst>
            </p:cNvPr>
            <p:cNvSpPr/>
            <p:nvPr/>
          </p:nvSpPr>
          <p:spPr>
            <a:xfrm>
              <a:off x="7438287" y="2420471"/>
              <a:ext cx="914401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5EB3CFA-9BE0-DA57-2932-620CA5B15222}"/>
                </a:ext>
              </a:extLst>
            </p:cNvPr>
            <p:cNvSpPr/>
            <p:nvPr/>
          </p:nvSpPr>
          <p:spPr>
            <a:xfrm>
              <a:off x="8510256" y="2420471"/>
              <a:ext cx="914401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5B7E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2400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9CEDBB4-2117-09D0-8D15-DB4D964E914A}"/>
              </a:ext>
            </a:extLst>
          </p:cNvPr>
          <p:cNvGrpSpPr/>
          <p:nvPr/>
        </p:nvGrpSpPr>
        <p:grpSpPr>
          <a:xfrm>
            <a:off x="3260979" y="4332293"/>
            <a:ext cx="5670043" cy="554002"/>
            <a:chOff x="3726569" y="5411670"/>
            <a:chExt cx="5189845" cy="8415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41EF8F-74E5-2B7A-1DC7-58BC9625044A}"/>
                </a:ext>
              </a:extLst>
            </p:cNvPr>
            <p:cNvSpPr txBox="1"/>
            <p:nvPr/>
          </p:nvSpPr>
          <p:spPr>
            <a:xfrm>
              <a:off x="3726569" y="5411676"/>
              <a:ext cx="908183" cy="8415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 = 0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 + 1 = 1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1 % 2 =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9B4C72-F45F-F7C8-E1A6-57117BD6E979}"/>
                </a:ext>
              </a:extLst>
            </p:cNvPr>
            <p:cNvSpPr txBox="1"/>
            <p:nvPr/>
          </p:nvSpPr>
          <p:spPr>
            <a:xfrm>
              <a:off x="4796985" y="5411676"/>
              <a:ext cx="908183" cy="8415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 = 1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 + 1 = 2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2 % 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FD5306E-1F05-0BFB-38A7-C06595FE9906}"/>
                </a:ext>
              </a:extLst>
            </p:cNvPr>
            <p:cNvSpPr txBox="1"/>
            <p:nvPr/>
          </p:nvSpPr>
          <p:spPr>
            <a:xfrm>
              <a:off x="5867401" y="5411672"/>
              <a:ext cx="908183" cy="8415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 = 2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 + 1 = 3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3 % 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A8E0AC-129C-BBFA-F4C8-CB4690148990}"/>
                </a:ext>
              </a:extLst>
            </p:cNvPr>
            <p:cNvSpPr txBox="1"/>
            <p:nvPr/>
          </p:nvSpPr>
          <p:spPr>
            <a:xfrm>
              <a:off x="6937818" y="5411672"/>
              <a:ext cx="908183" cy="8415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 = 3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 + 1 = 4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4 %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295B8D-4ED0-0087-0CEC-B0D5FDA59048}"/>
                </a:ext>
              </a:extLst>
            </p:cNvPr>
            <p:cNvSpPr txBox="1"/>
            <p:nvPr/>
          </p:nvSpPr>
          <p:spPr>
            <a:xfrm>
              <a:off x="8008231" y="5411670"/>
              <a:ext cx="908183" cy="8415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 = 4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 + 1 = 5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5 % 2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46CB77F-7802-D650-01D0-D2E49D30AA6A}"/>
              </a:ext>
            </a:extLst>
          </p:cNvPr>
          <p:cNvSpPr txBox="1"/>
          <p:nvPr/>
        </p:nvSpPr>
        <p:spPr>
          <a:xfrm>
            <a:off x="1418169" y="4332293"/>
            <a:ext cx="99221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STEP 1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STEP 2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STEP 3</a:t>
            </a:r>
          </a:p>
        </p:txBody>
      </p:sp>
    </p:spTree>
    <p:extLst>
      <p:ext uri="{BB962C8B-B14F-4D97-AF65-F5344CB8AC3E}">
        <p14:creationId xmlns:p14="http://schemas.microsoft.com/office/powerpoint/2010/main" val="2856704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830DB-E63E-B5F3-D811-C11D959F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6582C4-5424-A091-5539-54E212203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7819F6C-B9C2-AE96-E765-E2E2C2BECBB6}"/>
              </a:ext>
            </a:extLst>
          </p:cNvPr>
          <p:cNvSpPr txBox="1"/>
          <p:nvPr/>
        </p:nvSpPr>
        <p:spPr>
          <a:xfrm>
            <a:off x="2181223" y="3290500"/>
            <a:ext cx="78295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(i + 1) % 2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 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8C91023-5E27-1E3C-6EAA-89D0C7A03E00}"/>
              </a:ext>
            </a:extLst>
          </p:cNvPr>
          <p:cNvSpPr txBox="1"/>
          <p:nvPr/>
        </p:nvSpPr>
        <p:spPr>
          <a:xfrm>
            <a:off x="3571270" y="679042"/>
            <a:ext cx="504945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you’re probably wondering what is this.</a:t>
            </a:r>
          </a:p>
          <a:p>
            <a:endParaRPr lang="en-US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here we translate computing counting to human counting, and then checking if the number is divisible by 2.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lastly, if the remainder is 0, it means the number is perfectly divisible by 2—meaning it's Even.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A616A7-E8FE-DB62-C202-84A0DDCEAC35}"/>
              </a:ext>
            </a:extLst>
          </p:cNvPr>
          <p:cNvGrpSpPr/>
          <p:nvPr/>
        </p:nvGrpSpPr>
        <p:grpSpPr>
          <a:xfrm>
            <a:off x="3254185" y="5073762"/>
            <a:ext cx="5683628" cy="601984"/>
            <a:chOff x="4222376" y="2420471"/>
            <a:chExt cx="5202281" cy="9144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3AFD4D0-66B5-E031-A8E5-21458683AFFE}"/>
                </a:ext>
              </a:extLst>
            </p:cNvPr>
            <p:cNvSpPr/>
            <p:nvPr/>
          </p:nvSpPr>
          <p:spPr>
            <a:xfrm>
              <a:off x="4222376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24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0C093AC-723C-152C-5077-F0B58952FD8C}"/>
                </a:ext>
              </a:extLst>
            </p:cNvPr>
            <p:cNvSpPr/>
            <p:nvPr/>
          </p:nvSpPr>
          <p:spPr>
            <a:xfrm>
              <a:off x="5294346" y="2420471"/>
              <a:ext cx="914401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1425D64-13C4-2729-8C5C-84EA11193D1C}"/>
                </a:ext>
              </a:extLst>
            </p:cNvPr>
            <p:cNvSpPr/>
            <p:nvPr/>
          </p:nvSpPr>
          <p:spPr>
            <a:xfrm>
              <a:off x="6366317" y="2420471"/>
              <a:ext cx="914401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24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B626DC2-3D13-676B-4896-89F366954D8E}"/>
                </a:ext>
              </a:extLst>
            </p:cNvPr>
            <p:cNvSpPr/>
            <p:nvPr/>
          </p:nvSpPr>
          <p:spPr>
            <a:xfrm>
              <a:off x="7438287" y="2420471"/>
              <a:ext cx="914401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C17F84E-1AE6-ABA2-C031-C7FDDA49E99B}"/>
                </a:ext>
              </a:extLst>
            </p:cNvPr>
            <p:cNvSpPr/>
            <p:nvPr/>
          </p:nvSpPr>
          <p:spPr>
            <a:xfrm>
              <a:off x="8510256" y="2420471"/>
              <a:ext cx="914401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24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CFE702-FE84-C218-35D9-99B0485AADFC}"/>
              </a:ext>
            </a:extLst>
          </p:cNvPr>
          <p:cNvGrpSpPr/>
          <p:nvPr/>
        </p:nvGrpSpPr>
        <p:grpSpPr>
          <a:xfrm>
            <a:off x="3254185" y="5715275"/>
            <a:ext cx="5670043" cy="123115"/>
            <a:chOff x="3726569" y="5411670"/>
            <a:chExt cx="5189845" cy="1870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6E9B06D-62BE-90A2-FE1B-D4E23EED50A3}"/>
                </a:ext>
              </a:extLst>
            </p:cNvPr>
            <p:cNvSpPr txBox="1"/>
            <p:nvPr/>
          </p:nvSpPr>
          <p:spPr>
            <a:xfrm>
              <a:off x="3726569" y="5411676"/>
              <a:ext cx="908183" cy="1870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odd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3A84408-F948-8C9F-F844-61DA207762A2}"/>
                </a:ext>
              </a:extLst>
            </p:cNvPr>
            <p:cNvSpPr txBox="1"/>
            <p:nvPr/>
          </p:nvSpPr>
          <p:spPr>
            <a:xfrm>
              <a:off x="4796985" y="5411676"/>
              <a:ext cx="908183" cy="1870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even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DB5579-73DF-8625-ADD6-1F3DDC0512DA}"/>
                </a:ext>
              </a:extLst>
            </p:cNvPr>
            <p:cNvSpPr txBox="1"/>
            <p:nvPr/>
          </p:nvSpPr>
          <p:spPr>
            <a:xfrm>
              <a:off x="5867401" y="5411672"/>
              <a:ext cx="908183" cy="1870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odd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E63B22-0276-32B4-5EDD-9AF5D14DB9F3}"/>
                </a:ext>
              </a:extLst>
            </p:cNvPr>
            <p:cNvSpPr txBox="1"/>
            <p:nvPr/>
          </p:nvSpPr>
          <p:spPr>
            <a:xfrm>
              <a:off x="6937818" y="5411672"/>
              <a:ext cx="908183" cy="1870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even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CB4A682-55C3-3F06-20E0-9921FDCADEE7}"/>
                </a:ext>
              </a:extLst>
            </p:cNvPr>
            <p:cNvSpPr txBox="1"/>
            <p:nvPr/>
          </p:nvSpPr>
          <p:spPr>
            <a:xfrm>
              <a:off x="8008231" y="5411670"/>
              <a:ext cx="908183" cy="1870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odd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0972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6C94-0E77-C306-F8F6-6C0A1812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D39EDDA-9577-FEDA-A3F4-5DE7CADF6C65}"/>
              </a:ext>
            </a:extLst>
          </p:cNvPr>
          <p:cNvSpPr txBox="1"/>
          <p:nvPr/>
        </p:nvSpPr>
        <p:spPr>
          <a:xfrm>
            <a:off x="3133723" y="1839704"/>
            <a:ext cx="592455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((i + 1) % 2 == 0) {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is index even?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TEMP_EVEN = input[i];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input[i - 1] = TEMP_EVEN;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input[i] = TEMP_ODD;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 else {            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is index odd?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TEMP_ODD 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input[i];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03CDE6-F236-1506-13A5-6547726728B6}"/>
              </a:ext>
            </a:extLst>
          </p:cNvPr>
          <p:cNvSpPr txBox="1"/>
          <p:nvPr/>
        </p:nvSpPr>
        <p:spPr>
          <a:xfrm>
            <a:off x="3571270" y="679042"/>
            <a:ext cx="504945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the current iteration index is </a:t>
            </a: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odd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it will first </a:t>
            </a: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store/copy the current number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 the </a:t>
            </a:r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TEMP_ODD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variable we just created.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CF1CB9-DCDA-CCEE-7ED9-30EA57A35F5D}"/>
              </a:ext>
            </a:extLst>
          </p:cNvPr>
          <p:cNvGrpSpPr/>
          <p:nvPr/>
        </p:nvGrpSpPr>
        <p:grpSpPr>
          <a:xfrm>
            <a:off x="2291035" y="4385361"/>
            <a:ext cx="7609927" cy="1410787"/>
            <a:chOff x="2931737" y="4385361"/>
            <a:chExt cx="7609927" cy="141078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4B9262D-7D0A-96B7-FF42-8ADCC68B03E6}"/>
                </a:ext>
              </a:extLst>
            </p:cNvPr>
            <p:cNvSpPr/>
            <p:nvPr/>
          </p:nvSpPr>
          <p:spPr>
            <a:xfrm>
              <a:off x="8140234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1C1E829-5FA9-1947-0625-CA321C865ADB}"/>
                </a:ext>
              </a:extLst>
            </p:cNvPr>
            <p:cNvSpPr txBox="1"/>
            <p:nvPr/>
          </p:nvSpPr>
          <p:spPr>
            <a:xfrm>
              <a:off x="8140233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017772F-41EA-36CF-2FC7-C2DFDDF0AB97}"/>
                </a:ext>
              </a:extLst>
            </p:cNvPr>
            <p:cNvSpPr/>
            <p:nvPr/>
          </p:nvSpPr>
          <p:spPr>
            <a:xfrm>
              <a:off x="9421638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46BE7AB-A7E7-B95F-BBBC-B61FD139E95B}"/>
                </a:ext>
              </a:extLst>
            </p:cNvPr>
            <p:cNvSpPr txBox="1"/>
            <p:nvPr/>
          </p:nvSpPr>
          <p:spPr>
            <a:xfrm>
              <a:off x="9421637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C71390F-E1B1-BF5F-4ED0-EAEB5699960E}"/>
                </a:ext>
              </a:extLst>
            </p:cNvPr>
            <p:cNvGrpSpPr/>
            <p:nvPr/>
          </p:nvGrpSpPr>
          <p:grpSpPr>
            <a:xfrm>
              <a:off x="2931738" y="4572000"/>
              <a:ext cx="4751296" cy="914400"/>
              <a:chOff x="4222376" y="2420471"/>
              <a:chExt cx="4751296" cy="914400"/>
            </a:xfrm>
          </p:grpSpPr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F416512B-4946-6593-E048-C96C9586892C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15D1573F-8A43-D80A-05E0-7BDE31E3F2B9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0FF6F2FD-0076-B30C-DF77-1E42F4343B21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47A72C50-073A-E326-F2CB-71A74937DCFF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9065AF9C-62ED-8BD5-49B2-A32E094D3903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298F3FD-EE2A-756F-766F-10D2D0702FE0}"/>
                </a:ext>
              </a:extLst>
            </p:cNvPr>
            <p:cNvSpPr txBox="1"/>
            <p:nvPr/>
          </p:nvSpPr>
          <p:spPr>
            <a:xfrm>
              <a:off x="2931737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8B4A0C7-73DB-7A19-63D3-DD270DC80613}"/>
                </a:ext>
              </a:extLst>
            </p:cNvPr>
            <p:cNvGrpSpPr/>
            <p:nvPr/>
          </p:nvGrpSpPr>
          <p:grpSpPr>
            <a:xfrm>
              <a:off x="2937955" y="5549926"/>
              <a:ext cx="4738862" cy="246222"/>
              <a:chOff x="3726569" y="5549926"/>
              <a:chExt cx="4738862" cy="246222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91EE3C7-CBBC-194F-A247-604BF5F86053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  <a:p>
                <a:pPr algn="ctr"/>
                <a:r>
                  <a:rPr lang="en-US" sz="8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odd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BB96E13-BC73-BA2C-2F55-2C70ED90118A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even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0A14AF2-9926-B376-F175-DE4DFA280D2B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odd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001CE76-0B12-5F16-0409-D5871FBC0E71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even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6BDDA4E-A69A-6F3F-22F7-9B6456F678EE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odd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439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B7EDF-4D58-B425-1824-126E2C61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3408FB3-2657-76EF-70EE-9D17E7F307F4}"/>
              </a:ext>
            </a:extLst>
          </p:cNvPr>
          <p:cNvSpPr txBox="1"/>
          <p:nvPr/>
        </p:nvSpPr>
        <p:spPr>
          <a:xfrm>
            <a:off x="3571270" y="679042"/>
            <a:ext cx="504945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the current iteration index is </a:t>
            </a: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even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it will first </a:t>
            </a: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store/copy the current number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 the </a:t>
            </a:r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TEMP_EVEN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variable we just created as well.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5FCD51-7711-E39F-7917-278F81B875A7}"/>
              </a:ext>
            </a:extLst>
          </p:cNvPr>
          <p:cNvGrpSpPr/>
          <p:nvPr/>
        </p:nvGrpSpPr>
        <p:grpSpPr>
          <a:xfrm>
            <a:off x="2291035" y="4385361"/>
            <a:ext cx="7609927" cy="1410787"/>
            <a:chOff x="2931737" y="4385361"/>
            <a:chExt cx="7609927" cy="141078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E125C4E-1F97-4939-23E9-6502D133FF37}"/>
                </a:ext>
              </a:extLst>
            </p:cNvPr>
            <p:cNvSpPr/>
            <p:nvPr/>
          </p:nvSpPr>
          <p:spPr>
            <a:xfrm>
              <a:off x="8140234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49EDB6-E8B6-E7B4-D7C9-B0D19E043C30}"/>
                </a:ext>
              </a:extLst>
            </p:cNvPr>
            <p:cNvSpPr txBox="1"/>
            <p:nvPr/>
          </p:nvSpPr>
          <p:spPr>
            <a:xfrm>
              <a:off x="8140233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2C02490-2554-5B4C-CF71-576963620F59}"/>
                </a:ext>
              </a:extLst>
            </p:cNvPr>
            <p:cNvSpPr/>
            <p:nvPr/>
          </p:nvSpPr>
          <p:spPr>
            <a:xfrm>
              <a:off x="9421638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254054-8110-CCED-4AF6-4128C04A09AA}"/>
                </a:ext>
              </a:extLst>
            </p:cNvPr>
            <p:cNvSpPr txBox="1"/>
            <p:nvPr/>
          </p:nvSpPr>
          <p:spPr>
            <a:xfrm>
              <a:off x="9421637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060F97F-EE5E-C796-8879-B3B3A8F2E26D}"/>
                </a:ext>
              </a:extLst>
            </p:cNvPr>
            <p:cNvGrpSpPr/>
            <p:nvPr/>
          </p:nvGrpSpPr>
          <p:grpSpPr>
            <a:xfrm>
              <a:off x="2931738" y="4572000"/>
              <a:ext cx="4751296" cy="914400"/>
              <a:chOff x="4222376" y="2420471"/>
              <a:chExt cx="4751296" cy="914400"/>
            </a:xfrm>
          </p:grpSpPr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EDB8F414-0155-55EF-7395-F7201F25CF81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B110630F-D131-2861-7B8A-A5E56FCFD9AF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538B858-1437-FA06-8C2C-BBF892BB4E9B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8A6F383-B327-0B27-4ECC-ED551889DD9A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D24A6DE2-8DC7-FAE1-2B10-2491BCAEAA49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30F670-2823-7D0B-031C-8D9ADC26A342}"/>
                </a:ext>
              </a:extLst>
            </p:cNvPr>
            <p:cNvSpPr txBox="1"/>
            <p:nvPr/>
          </p:nvSpPr>
          <p:spPr>
            <a:xfrm>
              <a:off x="2931737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1F50C6D-F352-2152-CFE5-ECA9679BECD8}"/>
                </a:ext>
              </a:extLst>
            </p:cNvPr>
            <p:cNvGrpSpPr/>
            <p:nvPr/>
          </p:nvGrpSpPr>
          <p:grpSpPr>
            <a:xfrm>
              <a:off x="2937955" y="5549926"/>
              <a:ext cx="4738862" cy="246222"/>
              <a:chOff x="3726569" y="5549926"/>
              <a:chExt cx="4738862" cy="246222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911FBEB-B742-F0D2-08B0-04F9F2499666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odd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0DD2195-8A66-5D90-28DC-2E22C210A537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  <a:p>
                <a:pPr algn="ctr"/>
                <a:r>
                  <a:rPr lang="en-US" sz="8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even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0B48EC1-72C0-9EA8-9310-1B9ED346A0E4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odd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998E845-A9C3-830F-5A5B-768A094B13C8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even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D481E7-CD85-D6C3-CFF6-809469063C73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odd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44526AB-3274-1A62-C823-59AC77E47543}"/>
              </a:ext>
            </a:extLst>
          </p:cNvPr>
          <p:cNvSpPr txBox="1"/>
          <p:nvPr/>
        </p:nvSpPr>
        <p:spPr>
          <a:xfrm>
            <a:off x="3133723" y="1839704"/>
            <a:ext cx="592455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((i + 1) % 2 == 0) {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is index even?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TEMP_EVEN 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input[i];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input[i - 1] = TEMP_EVEN;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input[i] = TEMP_ODD;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 else {            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is index odd?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TEMP_ODD = input[i];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8385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E2618"/>
            </a:gs>
            <a:gs pos="66000">
              <a:srgbClr val="10101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82F2C-2ECD-5B64-7551-41B284E2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4B5E598-758E-C74D-E429-4BF546524415}"/>
              </a:ext>
            </a:extLst>
          </p:cNvPr>
          <p:cNvSpPr/>
          <p:nvPr/>
        </p:nvSpPr>
        <p:spPr>
          <a:xfrm>
            <a:off x="3032760" y="5440680"/>
            <a:ext cx="6063394" cy="1158240"/>
          </a:xfrm>
          <a:custGeom>
            <a:avLst/>
            <a:gdLst>
              <a:gd name="csX0" fmla="*/ 0 w 3954780"/>
              <a:gd name="csY0" fmla="*/ 0 h 1038074"/>
              <a:gd name="csX1" fmla="*/ 563880 w 3954780"/>
              <a:gd name="csY1" fmla="*/ 967740 h 1038074"/>
              <a:gd name="csX2" fmla="*/ 2827020 w 3954780"/>
              <a:gd name="csY2" fmla="*/ 861060 h 1038074"/>
              <a:gd name="csX3" fmla="*/ 3954780 w 3954780"/>
              <a:gd name="csY3" fmla="*/ 45720 h 10380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4780" h="1038074">
                <a:moveTo>
                  <a:pt x="0" y="0"/>
                </a:moveTo>
                <a:cubicBezTo>
                  <a:pt x="46355" y="412115"/>
                  <a:pt x="92710" y="824230"/>
                  <a:pt x="563880" y="967740"/>
                </a:cubicBezTo>
                <a:cubicBezTo>
                  <a:pt x="1035050" y="1111250"/>
                  <a:pt x="2261870" y="1014730"/>
                  <a:pt x="2827020" y="861060"/>
                </a:cubicBezTo>
                <a:cubicBezTo>
                  <a:pt x="3392170" y="707390"/>
                  <a:pt x="3673475" y="376555"/>
                  <a:pt x="3954780" y="45720"/>
                </a:cubicBezTo>
              </a:path>
            </a:pathLst>
          </a:custGeom>
          <a:noFill/>
          <a:ln w="25400">
            <a:gradFill flip="none" rotWithShape="1">
              <a:gsLst>
                <a:gs pos="0">
                  <a:srgbClr val="00FE85"/>
                </a:gs>
                <a:gs pos="56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FA1A4CB-8ED2-A2E3-F62F-109711540600}"/>
              </a:ext>
            </a:extLst>
          </p:cNvPr>
          <p:cNvSpPr/>
          <p:nvPr/>
        </p:nvSpPr>
        <p:spPr>
          <a:xfrm>
            <a:off x="4076700" y="5394960"/>
            <a:ext cx="3954780" cy="1007594"/>
          </a:xfrm>
          <a:custGeom>
            <a:avLst/>
            <a:gdLst>
              <a:gd name="csX0" fmla="*/ 0 w 3954780"/>
              <a:gd name="csY0" fmla="*/ 0 h 1038074"/>
              <a:gd name="csX1" fmla="*/ 563880 w 3954780"/>
              <a:gd name="csY1" fmla="*/ 967740 h 1038074"/>
              <a:gd name="csX2" fmla="*/ 2827020 w 3954780"/>
              <a:gd name="csY2" fmla="*/ 861060 h 1038074"/>
              <a:gd name="csX3" fmla="*/ 3954780 w 3954780"/>
              <a:gd name="csY3" fmla="*/ 45720 h 10380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54780" h="1038074">
                <a:moveTo>
                  <a:pt x="0" y="0"/>
                </a:moveTo>
                <a:cubicBezTo>
                  <a:pt x="46355" y="412115"/>
                  <a:pt x="92710" y="824230"/>
                  <a:pt x="563880" y="967740"/>
                </a:cubicBezTo>
                <a:cubicBezTo>
                  <a:pt x="1035050" y="1111250"/>
                  <a:pt x="2261870" y="1014730"/>
                  <a:pt x="2827020" y="861060"/>
                </a:cubicBezTo>
                <a:cubicBezTo>
                  <a:pt x="3392170" y="707390"/>
                  <a:pt x="3673475" y="376555"/>
                  <a:pt x="3954780" y="45720"/>
                </a:cubicBezTo>
              </a:path>
            </a:pathLst>
          </a:custGeom>
          <a:noFill/>
          <a:ln w="25400">
            <a:gradFill flip="none" rotWithShape="1">
              <a:gsLst>
                <a:gs pos="0">
                  <a:srgbClr val="00FE85"/>
                </a:gs>
                <a:gs pos="56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942866-A0A9-AA2B-22FB-313F1BA60A11}"/>
              </a:ext>
            </a:extLst>
          </p:cNvPr>
          <p:cNvSpPr txBox="1"/>
          <p:nvPr/>
        </p:nvSpPr>
        <p:spPr>
          <a:xfrm>
            <a:off x="3571270" y="679042"/>
            <a:ext cx="504945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 is where the swapping actually happens...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</a:t>
            </a:r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TEMP_EVEN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overwrites the value of the 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    last index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</a:t>
            </a:r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TEMP_ODD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overwrites the values of the 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    current index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D3F6B30-EA30-E54F-6538-3D2E9B7AD0C6}"/>
              </a:ext>
            </a:extLst>
          </p:cNvPr>
          <p:cNvGrpSpPr/>
          <p:nvPr/>
        </p:nvGrpSpPr>
        <p:grpSpPr>
          <a:xfrm>
            <a:off x="2291035" y="4385361"/>
            <a:ext cx="7609927" cy="1410787"/>
            <a:chOff x="2931737" y="4385361"/>
            <a:chExt cx="7609927" cy="141078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460FF8A-663A-B4AB-0F73-05E10C47DE71}"/>
                </a:ext>
              </a:extLst>
            </p:cNvPr>
            <p:cNvSpPr/>
            <p:nvPr/>
          </p:nvSpPr>
          <p:spPr>
            <a:xfrm>
              <a:off x="8140234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A0A968-9376-D10D-E5B3-29E597F6D352}"/>
                </a:ext>
              </a:extLst>
            </p:cNvPr>
            <p:cNvSpPr txBox="1"/>
            <p:nvPr/>
          </p:nvSpPr>
          <p:spPr>
            <a:xfrm>
              <a:off x="8140233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17DFC54-6FF6-CA79-900E-BFD1A3AAE9F2}"/>
                </a:ext>
              </a:extLst>
            </p:cNvPr>
            <p:cNvSpPr/>
            <p:nvPr/>
          </p:nvSpPr>
          <p:spPr>
            <a:xfrm>
              <a:off x="9421638" y="4572000"/>
              <a:ext cx="1120026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4731BD-C496-5250-36AF-78BF614997A7}"/>
                </a:ext>
              </a:extLst>
            </p:cNvPr>
            <p:cNvSpPr txBox="1"/>
            <p:nvPr/>
          </p:nvSpPr>
          <p:spPr>
            <a:xfrm>
              <a:off x="9421637" y="4385361"/>
              <a:ext cx="11200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9BD75B0-E4C2-3055-F6DC-C53CCE20A51A}"/>
                </a:ext>
              </a:extLst>
            </p:cNvPr>
            <p:cNvGrpSpPr/>
            <p:nvPr/>
          </p:nvGrpSpPr>
          <p:grpSpPr>
            <a:xfrm>
              <a:off x="2931738" y="4572000"/>
              <a:ext cx="4751296" cy="914400"/>
              <a:chOff x="4222376" y="2420471"/>
              <a:chExt cx="4751296" cy="914400"/>
            </a:xfrm>
          </p:grpSpPr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3FF1AC98-E213-397F-AC93-22AF701F248B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rgbClr val="00FE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F12DEDB6-7142-DF40-0363-E4A1446A5E2C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rgbClr val="00FE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01D2233F-5858-EA29-97B2-4B37DEE29E40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1896A2E2-9896-8E35-ABF9-79C833B387CD}"/>
                  </a:ext>
                </a:extLst>
              </p:cNvPr>
              <p:cNvSpPr/>
              <p:nvPr/>
            </p:nvSpPr>
            <p:spPr>
              <a:xfrm>
                <a:off x="7100048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4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87C575E6-552D-DA09-DEF6-8E65CB67BAC0}"/>
                  </a:ext>
                </a:extLst>
              </p:cNvPr>
              <p:cNvSpPr/>
              <p:nvPr/>
            </p:nvSpPr>
            <p:spPr>
              <a:xfrm>
                <a:off x="8059272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5</a:t>
                </a:r>
                <a:endParaRPr lang="en-PH" sz="36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17D1B37-0063-5C3D-6D8A-2B67E70DE068}"/>
                </a:ext>
              </a:extLst>
            </p:cNvPr>
            <p:cNvSpPr txBox="1"/>
            <p:nvPr/>
          </p:nvSpPr>
          <p:spPr>
            <a:xfrm>
              <a:off x="2931737" y="4385362"/>
              <a:ext cx="475129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E57BF10-957D-F2CF-225E-95A8DBE0AE25}"/>
                </a:ext>
              </a:extLst>
            </p:cNvPr>
            <p:cNvGrpSpPr/>
            <p:nvPr/>
          </p:nvGrpSpPr>
          <p:grpSpPr>
            <a:xfrm>
              <a:off x="2937955" y="5549926"/>
              <a:ext cx="4738862" cy="246222"/>
              <a:chOff x="3726569" y="5549926"/>
              <a:chExt cx="4738862" cy="246222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A2C4893-0343-278E-1212-6864772711F6}"/>
                  </a:ext>
                </a:extLst>
              </p:cNvPr>
              <p:cNvSpPr txBox="1"/>
              <p:nvPr/>
            </p:nvSpPr>
            <p:spPr>
              <a:xfrm>
                <a:off x="3726569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odd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879CBFB-B015-AA65-299D-8121AF4A29EF}"/>
                  </a:ext>
                </a:extLst>
              </p:cNvPr>
              <p:cNvSpPr txBox="1"/>
              <p:nvPr/>
            </p:nvSpPr>
            <p:spPr>
              <a:xfrm>
                <a:off x="4679576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even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6DE138C-E2FF-A6A5-3331-A75F5D229B65}"/>
                  </a:ext>
                </a:extLst>
              </p:cNvPr>
              <p:cNvSpPr txBox="1"/>
              <p:nvPr/>
            </p:nvSpPr>
            <p:spPr>
              <a:xfrm>
                <a:off x="5632583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odd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DAB3892-25F1-6677-CB06-F1538B9FF864}"/>
                  </a:ext>
                </a:extLst>
              </p:cNvPr>
              <p:cNvSpPr txBox="1"/>
              <p:nvPr/>
            </p:nvSpPr>
            <p:spPr>
              <a:xfrm>
                <a:off x="6585590" y="5549927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input[3]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even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2EF2048-A599-643D-EC9E-E9143AF28BCE}"/>
                  </a:ext>
                </a:extLst>
              </p:cNvPr>
              <p:cNvSpPr txBox="1"/>
              <p:nvPr/>
            </p:nvSpPr>
            <p:spPr>
              <a:xfrm>
                <a:off x="7557248" y="5549926"/>
                <a:ext cx="90818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input[4]</a:t>
                </a:r>
              </a:p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odd</a:t>
                </a: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29EBB38-C3D4-5EA0-BDA9-8EC2020419D1}"/>
              </a:ext>
            </a:extLst>
          </p:cNvPr>
          <p:cNvSpPr txBox="1"/>
          <p:nvPr/>
        </p:nvSpPr>
        <p:spPr>
          <a:xfrm>
            <a:off x="3133723" y="1839704"/>
            <a:ext cx="592455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((i + 1) % 2 == 0) {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is index even?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TEMP_EVEN = input[i];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input[i - 1] =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TEMP_EVEN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input[i] =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TEMP_ODD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 else {            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is index odd?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TEMP_ODD = input[i];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6562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4851C-62E5-3098-E970-F228A7D1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62F0EBEE-3E4E-7155-3D4D-CF8180E3051D}"/>
              </a:ext>
            </a:extLst>
          </p:cNvPr>
          <p:cNvSpPr txBox="1"/>
          <p:nvPr/>
        </p:nvSpPr>
        <p:spPr>
          <a:xfrm>
            <a:off x="618930" y="445463"/>
            <a:ext cx="143629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see in detail...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A3F998F-10CC-C274-2AF7-E0D16AF79967}"/>
              </a:ext>
            </a:extLst>
          </p:cNvPr>
          <p:cNvGrpSpPr/>
          <p:nvPr/>
        </p:nvGrpSpPr>
        <p:grpSpPr>
          <a:xfrm>
            <a:off x="618930" y="2264778"/>
            <a:ext cx="9229920" cy="1049162"/>
            <a:chOff x="618930" y="2637418"/>
            <a:chExt cx="9229920" cy="104916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3068E6-E1B3-863E-71EC-4804F886C3BD}"/>
                </a:ext>
              </a:extLst>
            </p:cNvPr>
            <p:cNvSpPr txBox="1"/>
            <p:nvPr/>
          </p:nvSpPr>
          <p:spPr>
            <a:xfrm>
              <a:off x="618930" y="2917139"/>
              <a:ext cx="3346580" cy="7694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first iteration</a:t>
              </a:r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 i = 0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0 + 1 = 1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is 1 EVEN? FALSE.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TEMP_ODD = input[0]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i++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83D8EC9-6015-6687-2DF0-06A037C14659}"/>
                </a:ext>
              </a:extLst>
            </p:cNvPr>
            <p:cNvGrpSpPr/>
            <p:nvPr/>
          </p:nvGrpSpPr>
          <p:grpSpPr>
            <a:xfrm>
              <a:off x="4383572" y="2637418"/>
              <a:ext cx="3424856" cy="928789"/>
              <a:chOff x="3720351" y="2540750"/>
              <a:chExt cx="3424856" cy="92878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DD53EE3-4EE0-5A33-6CF1-9BAF893074F0}"/>
                  </a:ext>
                </a:extLst>
              </p:cNvPr>
              <p:cNvGrpSpPr/>
              <p:nvPr/>
            </p:nvGrpSpPr>
            <p:grpSpPr>
              <a:xfrm>
                <a:off x="3720352" y="2704145"/>
                <a:ext cx="3424855" cy="601984"/>
                <a:chOff x="4222376" y="2420471"/>
                <a:chExt cx="5202281" cy="914400"/>
              </a:xfrm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489D6F6C-3E95-80AD-5708-08BABFAA7221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083ED220-A5D7-9714-0D3C-90443CC02CC8}"/>
                    </a:ext>
                  </a:extLst>
                </p:cNvPr>
                <p:cNvSpPr/>
                <p:nvPr/>
              </p:nvSpPr>
              <p:spPr>
                <a:xfrm>
                  <a:off x="529434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EB2081DD-30B6-0CC3-E871-D5DEDC5AC952}"/>
                    </a:ext>
                  </a:extLst>
                </p:cNvPr>
                <p:cNvSpPr/>
                <p:nvPr/>
              </p:nvSpPr>
              <p:spPr>
                <a:xfrm>
                  <a:off x="636631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21432ABC-C3FE-AECD-B9DA-E60B5B3E33D5}"/>
                    </a:ext>
                  </a:extLst>
                </p:cNvPr>
                <p:cNvSpPr/>
                <p:nvPr/>
              </p:nvSpPr>
              <p:spPr>
                <a:xfrm>
                  <a:off x="743828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56D776AF-8999-049D-2E14-1E7EA6EEDD95}"/>
                    </a:ext>
                  </a:extLst>
                </p:cNvPr>
                <p:cNvSpPr/>
                <p:nvPr/>
              </p:nvSpPr>
              <p:spPr>
                <a:xfrm>
                  <a:off x="851025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8D7976-1B6C-4359-5624-E52BE5FC5440}"/>
                  </a:ext>
                </a:extLst>
              </p:cNvPr>
              <p:cNvSpPr txBox="1"/>
              <p:nvPr/>
            </p:nvSpPr>
            <p:spPr>
              <a:xfrm>
                <a:off x="3720351" y="2540750"/>
                <a:ext cx="342076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 input[]</a:t>
                </a: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246D896-8C73-CAF3-E50D-17FEBCA01944}"/>
                  </a:ext>
                </a:extLst>
              </p:cNvPr>
              <p:cNvGrpSpPr/>
              <p:nvPr/>
            </p:nvGrpSpPr>
            <p:grpSpPr>
              <a:xfrm>
                <a:off x="3724445" y="3388489"/>
                <a:ext cx="3416669" cy="81050"/>
                <a:chOff x="3726569" y="5549926"/>
                <a:chExt cx="5189845" cy="123113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1456ED8-B41D-7E7A-E604-3EA9767ACE9B}"/>
                    </a:ext>
                  </a:extLst>
                </p:cNvPr>
                <p:cNvSpPr txBox="1"/>
                <p:nvPr/>
              </p:nvSpPr>
              <p:spPr>
                <a:xfrm>
                  <a:off x="3726569" y="5549928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B3B302-7F07-D9AA-2E45-82A322CD76EF}"/>
                    </a:ext>
                  </a:extLst>
                </p:cNvPr>
                <p:cNvSpPr txBox="1"/>
                <p:nvPr/>
              </p:nvSpPr>
              <p:spPr>
                <a:xfrm>
                  <a:off x="4796985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FA33097-5398-44F3-F14A-B08094CAAF8D}"/>
                    </a:ext>
                  </a:extLst>
                </p:cNvPr>
                <p:cNvSpPr txBox="1"/>
                <p:nvPr/>
              </p:nvSpPr>
              <p:spPr>
                <a:xfrm>
                  <a:off x="5867401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input[2]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B62E10-FE7D-FA54-6766-2534B04760FA}"/>
                    </a:ext>
                  </a:extLst>
                </p:cNvPr>
                <p:cNvSpPr txBox="1"/>
                <p:nvPr/>
              </p:nvSpPr>
              <p:spPr>
                <a:xfrm>
                  <a:off x="6937818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input[3]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1D8C23F-9D0B-026B-5AF0-227418010EA2}"/>
                    </a:ext>
                  </a:extLst>
                </p:cNvPr>
                <p:cNvSpPr txBox="1"/>
                <p:nvPr/>
              </p:nvSpPr>
              <p:spPr>
                <a:xfrm>
                  <a:off x="8008231" y="5549926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input[4]</a:t>
                  </a:r>
                </a:p>
              </p:txBody>
            </p:sp>
          </p:grpSp>
        </p:grp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2852FAE-0B8D-1EDE-11DE-D080F9A74CDF}"/>
                </a:ext>
              </a:extLst>
            </p:cNvPr>
            <p:cNvSpPr/>
            <p:nvPr/>
          </p:nvSpPr>
          <p:spPr>
            <a:xfrm>
              <a:off x="8222399" y="2800813"/>
              <a:ext cx="740626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7E7A9B-8593-2F3A-3836-72D2F621E8D7}"/>
                </a:ext>
              </a:extLst>
            </p:cNvPr>
            <p:cNvSpPr txBox="1"/>
            <p:nvPr/>
          </p:nvSpPr>
          <p:spPr>
            <a:xfrm>
              <a:off x="8222398" y="2637418"/>
              <a:ext cx="7406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1A4EF03-9EFC-5850-6DC9-2BFC38451F30}"/>
                </a:ext>
              </a:extLst>
            </p:cNvPr>
            <p:cNvSpPr/>
            <p:nvPr/>
          </p:nvSpPr>
          <p:spPr>
            <a:xfrm>
              <a:off x="9065362" y="2800813"/>
              <a:ext cx="783488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24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0331F4-3802-E9EF-0A61-BE489BBB4082}"/>
                </a:ext>
              </a:extLst>
            </p:cNvPr>
            <p:cNvSpPr txBox="1"/>
            <p:nvPr/>
          </p:nvSpPr>
          <p:spPr>
            <a:xfrm>
              <a:off x="9065361" y="2637418"/>
              <a:ext cx="78348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48BE614-C5E4-CD55-2CC7-C3194B47FEB2}"/>
              </a:ext>
            </a:extLst>
          </p:cNvPr>
          <p:cNvGrpSpPr/>
          <p:nvPr/>
        </p:nvGrpSpPr>
        <p:grpSpPr>
          <a:xfrm>
            <a:off x="618930" y="3977510"/>
            <a:ext cx="9229920" cy="2482374"/>
            <a:chOff x="618930" y="1805124"/>
            <a:chExt cx="9229920" cy="2482374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C5AB5B8F-37A8-C13F-F1D7-E7D0EFA16BCF}"/>
                </a:ext>
              </a:extLst>
            </p:cNvPr>
            <p:cNvGrpSpPr/>
            <p:nvPr/>
          </p:nvGrpSpPr>
          <p:grpSpPr>
            <a:xfrm>
              <a:off x="4927811" y="3709988"/>
              <a:ext cx="4549564" cy="577510"/>
              <a:chOff x="4927811" y="3709988"/>
              <a:chExt cx="4549564" cy="577510"/>
            </a:xfrm>
          </p:grpSpPr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0EF1FB18-5443-BABA-701D-743FA4573B74}"/>
                  </a:ext>
                </a:extLst>
              </p:cNvPr>
              <p:cNvSpPr/>
              <p:nvPr/>
            </p:nvSpPr>
            <p:spPr>
              <a:xfrm>
                <a:off x="5629275" y="3709988"/>
                <a:ext cx="2847975" cy="516060"/>
              </a:xfrm>
              <a:custGeom>
                <a:avLst/>
                <a:gdLst>
                  <a:gd name="csX0" fmla="*/ 0 w 2847975"/>
                  <a:gd name="csY0" fmla="*/ 0 h 650162"/>
                  <a:gd name="csX1" fmla="*/ 414338 w 2847975"/>
                  <a:gd name="csY1" fmla="*/ 595312 h 650162"/>
                  <a:gd name="csX2" fmla="*/ 1366838 w 2847975"/>
                  <a:gd name="csY2" fmla="*/ 557212 h 650162"/>
                  <a:gd name="csX3" fmla="*/ 2847975 w 2847975"/>
                  <a:gd name="csY3" fmla="*/ 9525 h 6501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47975" h="650162">
                    <a:moveTo>
                      <a:pt x="0" y="0"/>
                    </a:moveTo>
                    <a:cubicBezTo>
                      <a:pt x="93266" y="251221"/>
                      <a:pt x="186532" y="502443"/>
                      <a:pt x="414338" y="595312"/>
                    </a:cubicBezTo>
                    <a:cubicBezTo>
                      <a:pt x="642144" y="688181"/>
                      <a:pt x="961232" y="654843"/>
                      <a:pt x="1366838" y="557212"/>
                    </a:cubicBezTo>
                    <a:cubicBezTo>
                      <a:pt x="1772444" y="459581"/>
                      <a:pt x="2310209" y="234553"/>
                      <a:pt x="2847975" y="9525"/>
                    </a:cubicBezTo>
                  </a:path>
                </a:pathLst>
              </a:custGeom>
              <a:noFill/>
              <a:ln>
                <a:gradFill flip="none" rotWithShape="1">
                  <a:gsLst>
                    <a:gs pos="59000">
                      <a:schemeClr val="tx1">
                        <a:lumMod val="75000"/>
                        <a:lumOff val="25000"/>
                      </a:schemeClr>
                    </a:gs>
                    <a:gs pos="0">
                      <a:srgbClr val="00FE85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094450B0-7089-257D-4350-5E0E8E35171F}"/>
                  </a:ext>
                </a:extLst>
              </p:cNvPr>
              <p:cNvSpPr/>
              <p:nvPr/>
            </p:nvSpPr>
            <p:spPr>
              <a:xfrm>
                <a:off x="4927811" y="3724148"/>
                <a:ext cx="4549564" cy="563350"/>
              </a:xfrm>
              <a:custGeom>
                <a:avLst/>
                <a:gdLst>
                  <a:gd name="csX0" fmla="*/ 0 w 2847975"/>
                  <a:gd name="csY0" fmla="*/ 0 h 650162"/>
                  <a:gd name="csX1" fmla="*/ 414338 w 2847975"/>
                  <a:gd name="csY1" fmla="*/ 595312 h 650162"/>
                  <a:gd name="csX2" fmla="*/ 1366838 w 2847975"/>
                  <a:gd name="csY2" fmla="*/ 557212 h 650162"/>
                  <a:gd name="csX3" fmla="*/ 2847975 w 2847975"/>
                  <a:gd name="csY3" fmla="*/ 9525 h 6501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47975" h="650162">
                    <a:moveTo>
                      <a:pt x="0" y="0"/>
                    </a:moveTo>
                    <a:cubicBezTo>
                      <a:pt x="93266" y="251221"/>
                      <a:pt x="186532" y="502443"/>
                      <a:pt x="414338" y="595312"/>
                    </a:cubicBezTo>
                    <a:cubicBezTo>
                      <a:pt x="642144" y="688181"/>
                      <a:pt x="961232" y="654843"/>
                      <a:pt x="1366838" y="557212"/>
                    </a:cubicBezTo>
                    <a:cubicBezTo>
                      <a:pt x="1772444" y="459581"/>
                      <a:pt x="2310209" y="234553"/>
                      <a:pt x="2847975" y="9525"/>
                    </a:cubicBezTo>
                  </a:path>
                </a:pathLst>
              </a:custGeom>
              <a:noFill/>
              <a:ln>
                <a:gradFill flip="none" rotWithShape="1">
                  <a:gsLst>
                    <a:gs pos="59000">
                      <a:schemeClr val="tx1">
                        <a:lumMod val="75000"/>
                        <a:lumOff val="25000"/>
                      </a:schemeClr>
                    </a:gs>
                    <a:gs pos="0">
                      <a:srgbClr val="00FE85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4D27D4F-15FB-5447-FEB2-8971D45C1637}"/>
                </a:ext>
              </a:extLst>
            </p:cNvPr>
            <p:cNvSpPr txBox="1"/>
            <p:nvPr/>
          </p:nvSpPr>
          <p:spPr>
            <a:xfrm>
              <a:off x="618930" y="2084845"/>
              <a:ext cx="3346580" cy="16927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second iteration</a:t>
              </a:r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 i = 1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1 + 1 = 2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is 2 EVEN? TRUE.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TEMP_EVEN = input[1]</a:t>
              </a:r>
            </a:p>
            <a:p>
              <a:endPara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0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switching happens</a:t>
              </a:r>
            </a:p>
            <a:p>
              <a:r>
                <a:rPr lang="en-US" sz="10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TEMP_EVEN = input[1 – 1 = 0]</a:t>
              </a:r>
            </a:p>
            <a:p>
              <a:r>
                <a:rPr lang="en-US" sz="10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TEMP_ODD = input[1]</a:t>
              </a:r>
            </a:p>
            <a:p>
              <a:endPara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DA48499-FF33-ECE7-B15B-7DEC8DBB11E1}"/>
                </a:ext>
              </a:extLst>
            </p:cNvPr>
            <p:cNvGrpSpPr/>
            <p:nvPr/>
          </p:nvGrpSpPr>
          <p:grpSpPr>
            <a:xfrm>
              <a:off x="4383572" y="1805124"/>
              <a:ext cx="3424856" cy="928773"/>
              <a:chOff x="3720351" y="2540750"/>
              <a:chExt cx="3424856" cy="928773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8915C7C6-4DA4-D108-D591-A5CCE22B837F}"/>
                  </a:ext>
                </a:extLst>
              </p:cNvPr>
              <p:cNvGrpSpPr/>
              <p:nvPr/>
            </p:nvGrpSpPr>
            <p:grpSpPr>
              <a:xfrm>
                <a:off x="3720352" y="2704145"/>
                <a:ext cx="3424855" cy="601984"/>
                <a:chOff x="4222376" y="2420471"/>
                <a:chExt cx="5202281" cy="914400"/>
              </a:xfrm>
            </p:grpSpPr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4764DA59-E1A4-71A5-4060-FB239958D4DA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095D1FE8-1A2D-3C66-5A31-30CDB03350A7}"/>
                    </a:ext>
                  </a:extLst>
                </p:cNvPr>
                <p:cNvSpPr/>
                <p:nvPr/>
              </p:nvSpPr>
              <p:spPr>
                <a:xfrm>
                  <a:off x="529434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F40C581C-C734-5B2D-A38B-81ED987B4A57}"/>
                    </a:ext>
                  </a:extLst>
                </p:cNvPr>
                <p:cNvSpPr/>
                <p:nvPr/>
              </p:nvSpPr>
              <p:spPr>
                <a:xfrm>
                  <a:off x="636631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27A4A66F-C192-D0DC-96FA-FA6D5449276A}"/>
                    </a:ext>
                  </a:extLst>
                </p:cNvPr>
                <p:cNvSpPr/>
                <p:nvPr/>
              </p:nvSpPr>
              <p:spPr>
                <a:xfrm>
                  <a:off x="743828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F209FCF1-08A7-5CEA-B296-612277889C7E}"/>
                    </a:ext>
                  </a:extLst>
                </p:cNvPr>
                <p:cNvSpPr/>
                <p:nvPr/>
              </p:nvSpPr>
              <p:spPr>
                <a:xfrm>
                  <a:off x="851025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8F83FF5-DA57-2090-DD57-DF4FD589C989}"/>
                  </a:ext>
                </a:extLst>
              </p:cNvPr>
              <p:cNvSpPr txBox="1"/>
              <p:nvPr/>
            </p:nvSpPr>
            <p:spPr>
              <a:xfrm>
                <a:off x="3720351" y="2540750"/>
                <a:ext cx="342076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 input[]</a:t>
                </a: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9582DDE2-CE83-CB32-453B-A79366835CC5}"/>
                  </a:ext>
                </a:extLst>
              </p:cNvPr>
              <p:cNvGrpSpPr/>
              <p:nvPr/>
            </p:nvGrpSpPr>
            <p:grpSpPr>
              <a:xfrm>
                <a:off x="3724445" y="3388474"/>
                <a:ext cx="3416669" cy="81049"/>
                <a:chOff x="3726569" y="5549926"/>
                <a:chExt cx="5189845" cy="123112"/>
              </a:xfrm>
            </p:grpSpPr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06E1DEA-5F8F-22D3-8749-83864D199BC3}"/>
                    </a:ext>
                  </a:extLst>
                </p:cNvPr>
                <p:cNvSpPr txBox="1"/>
                <p:nvPr/>
              </p:nvSpPr>
              <p:spPr>
                <a:xfrm>
                  <a:off x="37265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</a:t>
                  </a: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B2DA598-DCFF-C2CC-8AD8-8B7A1F76749F}"/>
                    </a:ext>
                  </a:extLst>
                </p:cNvPr>
                <p:cNvSpPr txBox="1"/>
                <p:nvPr/>
              </p:nvSpPr>
              <p:spPr>
                <a:xfrm>
                  <a:off x="4796985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313F43E-B427-B2C9-9947-75B61B376E03}"/>
                    </a:ext>
                  </a:extLst>
                </p:cNvPr>
                <p:cNvSpPr txBox="1"/>
                <p:nvPr/>
              </p:nvSpPr>
              <p:spPr>
                <a:xfrm>
                  <a:off x="5867401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input[2]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87DBB9C-77C5-49FA-9CC4-B259F740B4BB}"/>
                    </a:ext>
                  </a:extLst>
                </p:cNvPr>
                <p:cNvSpPr txBox="1"/>
                <p:nvPr/>
              </p:nvSpPr>
              <p:spPr>
                <a:xfrm>
                  <a:off x="6937818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input[3]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409AD5D9-3EFF-1789-D84D-EDBC3A298259}"/>
                    </a:ext>
                  </a:extLst>
                </p:cNvPr>
                <p:cNvSpPr txBox="1"/>
                <p:nvPr/>
              </p:nvSpPr>
              <p:spPr>
                <a:xfrm>
                  <a:off x="8008231" y="5549926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input[4]</a:t>
                  </a:r>
                </a:p>
              </p:txBody>
            </p:sp>
          </p:grpSp>
        </p:grp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98ED67EA-A3AA-5622-0CA2-897EC0ECC8C4}"/>
                </a:ext>
              </a:extLst>
            </p:cNvPr>
            <p:cNvSpPr/>
            <p:nvPr/>
          </p:nvSpPr>
          <p:spPr>
            <a:xfrm>
              <a:off x="8222399" y="1968519"/>
              <a:ext cx="740626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24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7524765-2923-8FC7-D976-C84CF8EA9040}"/>
                </a:ext>
              </a:extLst>
            </p:cNvPr>
            <p:cNvSpPr txBox="1"/>
            <p:nvPr/>
          </p:nvSpPr>
          <p:spPr>
            <a:xfrm>
              <a:off x="8222398" y="1805124"/>
              <a:ext cx="7406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DBE23F1B-2071-974E-C3D7-78904B903025}"/>
                </a:ext>
              </a:extLst>
            </p:cNvPr>
            <p:cNvSpPr/>
            <p:nvPr/>
          </p:nvSpPr>
          <p:spPr>
            <a:xfrm>
              <a:off x="9065362" y="1968519"/>
              <a:ext cx="783488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E5C43F3-D696-54EC-4D33-8DAEC1514355}"/>
                </a:ext>
              </a:extLst>
            </p:cNvPr>
            <p:cNvSpPr txBox="1"/>
            <p:nvPr/>
          </p:nvSpPr>
          <p:spPr>
            <a:xfrm>
              <a:off x="9065361" y="1805124"/>
              <a:ext cx="78348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5CC8AA5-3AC0-580A-F896-8FF3B7EB457F}"/>
                </a:ext>
              </a:extLst>
            </p:cNvPr>
            <p:cNvGrpSpPr/>
            <p:nvPr/>
          </p:nvGrpSpPr>
          <p:grpSpPr>
            <a:xfrm>
              <a:off x="4379479" y="2980119"/>
              <a:ext cx="3424856" cy="928773"/>
              <a:chOff x="3720351" y="2540750"/>
              <a:chExt cx="3424856" cy="928773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A6536D5B-1685-4218-7950-CFEAE3EA5907}"/>
                  </a:ext>
                </a:extLst>
              </p:cNvPr>
              <p:cNvGrpSpPr/>
              <p:nvPr/>
            </p:nvGrpSpPr>
            <p:grpSpPr>
              <a:xfrm>
                <a:off x="3720352" y="2704145"/>
                <a:ext cx="3424855" cy="601984"/>
                <a:chOff x="4222376" y="2420471"/>
                <a:chExt cx="5202281" cy="914400"/>
              </a:xfrm>
            </p:grpSpPr>
            <p:sp>
              <p:nvSpPr>
                <p:cNvPr id="97" name="Rectangle: Rounded Corners 96">
                  <a:extLst>
                    <a:ext uri="{FF2B5EF4-FFF2-40B4-BE49-F238E27FC236}">
                      <a16:creationId xmlns:a16="http://schemas.microsoft.com/office/drawing/2014/main" id="{115AA541-0B91-01D1-8190-2AD52126F5B6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rgbClr val="00FE8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51EC7151-61DF-6796-8816-762B9A298E58}"/>
                    </a:ext>
                  </a:extLst>
                </p:cNvPr>
                <p:cNvSpPr/>
                <p:nvPr/>
              </p:nvSpPr>
              <p:spPr>
                <a:xfrm>
                  <a:off x="529434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rgbClr val="00FE8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8F47BD30-317C-16D7-B12E-BD6023D1149E}"/>
                    </a:ext>
                  </a:extLst>
                </p:cNvPr>
                <p:cNvSpPr/>
                <p:nvPr/>
              </p:nvSpPr>
              <p:spPr>
                <a:xfrm>
                  <a:off x="636631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EE5DA3F6-55EB-A8E7-2B08-8301787857B7}"/>
                    </a:ext>
                  </a:extLst>
                </p:cNvPr>
                <p:cNvSpPr/>
                <p:nvPr/>
              </p:nvSpPr>
              <p:spPr>
                <a:xfrm>
                  <a:off x="743828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7048C171-DC63-6AC0-C02D-C3622CF8BD83}"/>
                    </a:ext>
                  </a:extLst>
                </p:cNvPr>
                <p:cNvSpPr/>
                <p:nvPr/>
              </p:nvSpPr>
              <p:spPr>
                <a:xfrm>
                  <a:off x="851025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E0137BD-3594-F451-268D-1654D01E7659}"/>
                  </a:ext>
                </a:extLst>
              </p:cNvPr>
              <p:cNvSpPr txBox="1"/>
              <p:nvPr/>
            </p:nvSpPr>
            <p:spPr>
              <a:xfrm>
                <a:off x="3720351" y="2540750"/>
                <a:ext cx="342076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 input[]</a:t>
                </a: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F272ED4E-ED9B-F1A9-8993-740C568ACBC9}"/>
                  </a:ext>
                </a:extLst>
              </p:cNvPr>
              <p:cNvGrpSpPr/>
              <p:nvPr/>
            </p:nvGrpSpPr>
            <p:grpSpPr>
              <a:xfrm>
                <a:off x="3724445" y="3388474"/>
                <a:ext cx="3416669" cy="81049"/>
                <a:chOff x="3726569" y="5549926"/>
                <a:chExt cx="5189845" cy="123112"/>
              </a:xfrm>
            </p:grpSpPr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080FC49-4DA4-1A2E-A6A4-2DB708935FEB}"/>
                    </a:ext>
                  </a:extLst>
                </p:cNvPr>
                <p:cNvSpPr txBox="1"/>
                <p:nvPr/>
              </p:nvSpPr>
              <p:spPr>
                <a:xfrm>
                  <a:off x="37265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1D910537-65D4-5B76-F13F-208BCC451FE6}"/>
                    </a:ext>
                  </a:extLst>
                </p:cNvPr>
                <p:cNvSpPr txBox="1"/>
                <p:nvPr/>
              </p:nvSpPr>
              <p:spPr>
                <a:xfrm>
                  <a:off x="4796985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1DC2643-1477-E8D3-8026-489569AED99F}"/>
                    </a:ext>
                  </a:extLst>
                </p:cNvPr>
                <p:cNvSpPr txBox="1"/>
                <p:nvPr/>
              </p:nvSpPr>
              <p:spPr>
                <a:xfrm>
                  <a:off x="5867401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input[2]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A8B5F68-409F-3EB3-D790-DED2F8456061}"/>
                    </a:ext>
                  </a:extLst>
                </p:cNvPr>
                <p:cNvSpPr txBox="1"/>
                <p:nvPr/>
              </p:nvSpPr>
              <p:spPr>
                <a:xfrm>
                  <a:off x="6937818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input[3]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C1C4C7BA-3374-276E-D72C-72E7A7110E9B}"/>
                    </a:ext>
                  </a:extLst>
                </p:cNvPr>
                <p:cNvSpPr txBox="1"/>
                <p:nvPr/>
              </p:nvSpPr>
              <p:spPr>
                <a:xfrm>
                  <a:off x="8008231" y="5549926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input[4]</a:t>
                  </a:r>
                </a:p>
              </p:txBody>
            </p:sp>
          </p:grpSp>
        </p:grp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60E7C3D0-84FC-6E62-2F8F-10296B9DDE9E}"/>
                </a:ext>
              </a:extLst>
            </p:cNvPr>
            <p:cNvSpPr/>
            <p:nvPr/>
          </p:nvSpPr>
          <p:spPr>
            <a:xfrm>
              <a:off x="8218306" y="3143514"/>
              <a:ext cx="740626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7F5AA55-25CF-6951-5E6B-BF9D046597C8}"/>
                </a:ext>
              </a:extLst>
            </p:cNvPr>
            <p:cNvSpPr txBox="1"/>
            <p:nvPr/>
          </p:nvSpPr>
          <p:spPr>
            <a:xfrm>
              <a:off x="8218305" y="2980119"/>
              <a:ext cx="7406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E81C5B43-0CF4-2069-69E0-8B96C58B8658}"/>
                </a:ext>
              </a:extLst>
            </p:cNvPr>
            <p:cNvSpPr/>
            <p:nvPr/>
          </p:nvSpPr>
          <p:spPr>
            <a:xfrm>
              <a:off x="9061269" y="3143514"/>
              <a:ext cx="783488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010FBAE-E2CC-05FF-72E7-1CB0FADA9C86}"/>
                </a:ext>
              </a:extLst>
            </p:cNvPr>
            <p:cNvSpPr txBox="1"/>
            <p:nvPr/>
          </p:nvSpPr>
          <p:spPr>
            <a:xfrm>
              <a:off x="9061268" y="2980119"/>
              <a:ext cx="78348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D78ADB34-4D04-6074-320B-416BFC39AB57}"/>
              </a:ext>
            </a:extLst>
          </p:cNvPr>
          <p:cNvSpPr txBox="1"/>
          <p:nvPr/>
        </p:nvSpPr>
        <p:spPr>
          <a:xfrm>
            <a:off x="4379479" y="398116"/>
            <a:ext cx="5465278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(int i = 0; i &lt; input.length; i++) {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 ((i + 1) % 2 == 0) { 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TEMP_EVEN = input[i];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input[i - 1] = TEMP_EVEN;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input[i] = TEMP_ODD;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 else {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TEMP_ODD = input[i];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93572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AFCCE-39F1-43C2-476E-CB9E2D69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A927088D-FAFC-77E7-C9BF-CD6C9D647B3A}"/>
              </a:ext>
            </a:extLst>
          </p:cNvPr>
          <p:cNvSpPr txBox="1"/>
          <p:nvPr/>
        </p:nvSpPr>
        <p:spPr>
          <a:xfrm>
            <a:off x="618930" y="445463"/>
            <a:ext cx="143629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see in detail...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24C4F6-A3E5-B98C-A11A-1470D145B4FC}"/>
              </a:ext>
            </a:extLst>
          </p:cNvPr>
          <p:cNvGrpSpPr/>
          <p:nvPr/>
        </p:nvGrpSpPr>
        <p:grpSpPr>
          <a:xfrm>
            <a:off x="618930" y="2264778"/>
            <a:ext cx="9229920" cy="1049162"/>
            <a:chOff x="618930" y="2637418"/>
            <a:chExt cx="9229920" cy="104916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1D3983-2691-3768-2368-77DF84E7F2D0}"/>
                </a:ext>
              </a:extLst>
            </p:cNvPr>
            <p:cNvSpPr txBox="1"/>
            <p:nvPr/>
          </p:nvSpPr>
          <p:spPr>
            <a:xfrm>
              <a:off x="618930" y="2917139"/>
              <a:ext cx="3346580" cy="7694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third iteration</a:t>
              </a:r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 i = 2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2 + 1 = 3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is 2 EVEN? FALSE.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TEMP_ODD = input[2]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i++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3DF8DE3-7EBE-FEE6-3E21-E9C2C01B082B}"/>
                </a:ext>
              </a:extLst>
            </p:cNvPr>
            <p:cNvGrpSpPr/>
            <p:nvPr/>
          </p:nvGrpSpPr>
          <p:grpSpPr>
            <a:xfrm>
              <a:off x="4383572" y="2637418"/>
              <a:ext cx="3424856" cy="928789"/>
              <a:chOff x="3720351" y="2540750"/>
              <a:chExt cx="3424856" cy="92878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4DD1AE2-F546-97E5-69AE-B12FAE6B82A6}"/>
                  </a:ext>
                </a:extLst>
              </p:cNvPr>
              <p:cNvGrpSpPr/>
              <p:nvPr/>
            </p:nvGrpSpPr>
            <p:grpSpPr>
              <a:xfrm>
                <a:off x="3720352" y="2704145"/>
                <a:ext cx="3424855" cy="601984"/>
                <a:chOff x="4222376" y="2420471"/>
                <a:chExt cx="5202281" cy="914400"/>
              </a:xfrm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E65EA273-1670-B238-4E90-A718C76F15A6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8384C818-4612-EA2A-FFCA-2FA2E38CF114}"/>
                    </a:ext>
                  </a:extLst>
                </p:cNvPr>
                <p:cNvSpPr/>
                <p:nvPr/>
              </p:nvSpPr>
              <p:spPr>
                <a:xfrm>
                  <a:off x="529434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711DAF71-630C-CE7C-9262-C5B7C2C4D43E}"/>
                    </a:ext>
                  </a:extLst>
                </p:cNvPr>
                <p:cNvSpPr/>
                <p:nvPr/>
              </p:nvSpPr>
              <p:spPr>
                <a:xfrm>
                  <a:off x="636631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666E3BA9-C44A-687B-264E-507B4BE23C4C}"/>
                    </a:ext>
                  </a:extLst>
                </p:cNvPr>
                <p:cNvSpPr/>
                <p:nvPr/>
              </p:nvSpPr>
              <p:spPr>
                <a:xfrm>
                  <a:off x="743828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EFD5B989-4D2B-208E-3AB5-E390D6B8D018}"/>
                    </a:ext>
                  </a:extLst>
                </p:cNvPr>
                <p:cNvSpPr/>
                <p:nvPr/>
              </p:nvSpPr>
              <p:spPr>
                <a:xfrm>
                  <a:off x="851025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4001B8-6C83-A414-A339-957071285F2B}"/>
                  </a:ext>
                </a:extLst>
              </p:cNvPr>
              <p:cNvSpPr txBox="1"/>
              <p:nvPr/>
            </p:nvSpPr>
            <p:spPr>
              <a:xfrm>
                <a:off x="3720351" y="2540750"/>
                <a:ext cx="342076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 input[]</a:t>
                </a: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FC1E6D6-52D7-ED3D-4B8D-1E0F48496A7A}"/>
                  </a:ext>
                </a:extLst>
              </p:cNvPr>
              <p:cNvGrpSpPr/>
              <p:nvPr/>
            </p:nvGrpSpPr>
            <p:grpSpPr>
              <a:xfrm>
                <a:off x="3724445" y="3388489"/>
                <a:ext cx="3416669" cy="81050"/>
                <a:chOff x="3726569" y="5549926"/>
                <a:chExt cx="5189845" cy="123113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4289EBC-D577-8271-E85C-670059F36611}"/>
                    </a:ext>
                  </a:extLst>
                </p:cNvPr>
                <p:cNvSpPr txBox="1"/>
                <p:nvPr/>
              </p:nvSpPr>
              <p:spPr>
                <a:xfrm>
                  <a:off x="3726569" y="5549928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E3EAD77-6620-AF07-98CF-98337D7CA578}"/>
                    </a:ext>
                  </a:extLst>
                </p:cNvPr>
                <p:cNvSpPr txBox="1"/>
                <p:nvPr/>
              </p:nvSpPr>
              <p:spPr>
                <a:xfrm>
                  <a:off x="4796985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A526BD6-5D96-3FFD-1D69-A679673E9AE6}"/>
                    </a:ext>
                  </a:extLst>
                </p:cNvPr>
                <p:cNvSpPr txBox="1"/>
                <p:nvPr/>
              </p:nvSpPr>
              <p:spPr>
                <a:xfrm>
                  <a:off x="5867401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input[2]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4BC14CF-C12C-25A3-321C-5FC3B60EEDE8}"/>
                    </a:ext>
                  </a:extLst>
                </p:cNvPr>
                <p:cNvSpPr txBox="1"/>
                <p:nvPr/>
              </p:nvSpPr>
              <p:spPr>
                <a:xfrm>
                  <a:off x="6937818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input[3]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D88980C-F36E-642D-09DD-FFA7E7FB5F8A}"/>
                    </a:ext>
                  </a:extLst>
                </p:cNvPr>
                <p:cNvSpPr txBox="1"/>
                <p:nvPr/>
              </p:nvSpPr>
              <p:spPr>
                <a:xfrm>
                  <a:off x="8008231" y="5549926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input[4]</a:t>
                  </a:r>
                </a:p>
              </p:txBody>
            </p:sp>
          </p:grpSp>
        </p:grp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DD9E76A-6541-BA12-F4AC-D7751B80BCEE}"/>
                </a:ext>
              </a:extLst>
            </p:cNvPr>
            <p:cNvSpPr/>
            <p:nvPr/>
          </p:nvSpPr>
          <p:spPr>
            <a:xfrm>
              <a:off x="8222399" y="2800813"/>
              <a:ext cx="740626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097D0D5-869E-FBBC-3B4F-30E669EFF59A}"/>
                </a:ext>
              </a:extLst>
            </p:cNvPr>
            <p:cNvSpPr txBox="1"/>
            <p:nvPr/>
          </p:nvSpPr>
          <p:spPr>
            <a:xfrm>
              <a:off x="8222398" y="2637418"/>
              <a:ext cx="7406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FCB8825-17B3-E422-8242-3A490C899916}"/>
                </a:ext>
              </a:extLst>
            </p:cNvPr>
            <p:cNvSpPr/>
            <p:nvPr/>
          </p:nvSpPr>
          <p:spPr>
            <a:xfrm>
              <a:off x="9065362" y="2800813"/>
              <a:ext cx="783488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24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968EC77-F68E-AFD9-90EE-2EEC3071AF25}"/>
                </a:ext>
              </a:extLst>
            </p:cNvPr>
            <p:cNvSpPr txBox="1"/>
            <p:nvPr/>
          </p:nvSpPr>
          <p:spPr>
            <a:xfrm>
              <a:off x="9065361" y="2637418"/>
              <a:ext cx="78348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72B300B-2AE8-0B01-4DEE-43BEF68369F5}"/>
              </a:ext>
            </a:extLst>
          </p:cNvPr>
          <p:cNvGrpSpPr/>
          <p:nvPr/>
        </p:nvGrpSpPr>
        <p:grpSpPr>
          <a:xfrm>
            <a:off x="618930" y="3977510"/>
            <a:ext cx="9229920" cy="2482374"/>
            <a:chOff x="618930" y="1805124"/>
            <a:chExt cx="9229920" cy="2482374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D318809B-D233-41D5-621F-31763BE90935}"/>
                </a:ext>
              </a:extLst>
            </p:cNvPr>
            <p:cNvGrpSpPr/>
            <p:nvPr/>
          </p:nvGrpSpPr>
          <p:grpSpPr>
            <a:xfrm>
              <a:off x="6338887" y="3709988"/>
              <a:ext cx="3138487" cy="577510"/>
              <a:chOff x="6338887" y="3709988"/>
              <a:chExt cx="3138487" cy="577510"/>
            </a:xfrm>
          </p:grpSpPr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D7746A7-81A9-F7EE-A6F1-15843F41FEE8}"/>
                  </a:ext>
                </a:extLst>
              </p:cNvPr>
              <p:cNvSpPr/>
              <p:nvPr/>
            </p:nvSpPr>
            <p:spPr>
              <a:xfrm>
                <a:off x="7042559" y="3709988"/>
                <a:ext cx="1779972" cy="445126"/>
              </a:xfrm>
              <a:custGeom>
                <a:avLst/>
                <a:gdLst>
                  <a:gd name="csX0" fmla="*/ 0 w 2847975"/>
                  <a:gd name="csY0" fmla="*/ 0 h 650162"/>
                  <a:gd name="csX1" fmla="*/ 414338 w 2847975"/>
                  <a:gd name="csY1" fmla="*/ 595312 h 650162"/>
                  <a:gd name="csX2" fmla="*/ 1366838 w 2847975"/>
                  <a:gd name="csY2" fmla="*/ 557212 h 650162"/>
                  <a:gd name="csX3" fmla="*/ 2847975 w 2847975"/>
                  <a:gd name="csY3" fmla="*/ 9525 h 6501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47975" h="650162">
                    <a:moveTo>
                      <a:pt x="0" y="0"/>
                    </a:moveTo>
                    <a:cubicBezTo>
                      <a:pt x="93266" y="251221"/>
                      <a:pt x="186532" y="502443"/>
                      <a:pt x="414338" y="595312"/>
                    </a:cubicBezTo>
                    <a:cubicBezTo>
                      <a:pt x="642144" y="688181"/>
                      <a:pt x="961232" y="654843"/>
                      <a:pt x="1366838" y="557212"/>
                    </a:cubicBezTo>
                    <a:cubicBezTo>
                      <a:pt x="1772444" y="459581"/>
                      <a:pt x="2310209" y="234553"/>
                      <a:pt x="2847975" y="9525"/>
                    </a:cubicBezTo>
                  </a:path>
                </a:pathLst>
              </a:custGeom>
              <a:noFill/>
              <a:ln>
                <a:gradFill flip="none" rotWithShape="1">
                  <a:gsLst>
                    <a:gs pos="59000">
                      <a:schemeClr val="tx1">
                        <a:lumMod val="75000"/>
                        <a:lumOff val="25000"/>
                      </a:schemeClr>
                    </a:gs>
                    <a:gs pos="0">
                      <a:srgbClr val="00FE85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13C6B45-1175-F9B2-CB97-1BAE0982404E}"/>
                  </a:ext>
                </a:extLst>
              </p:cNvPr>
              <p:cNvSpPr/>
              <p:nvPr/>
            </p:nvSpPr>
            <p:spPr>
              <a:xfrm>
                <a:off x="6338887" y="3724148"/>
                <a:ext cx="3138487" cy="563350"/>
              </a:xfrm>
              <a:custGeom>
                <a:avLst/>
                <a:gdLst>
                  <a:gd name="csX0" fmla="*/ 0 w 2847975"/>
                  <a:gd name="csY0" fmla="*/ 0 h 650162"/>
                  <a:gd name="csX1" fmla="*/ 414338 w 2847975"/>
                  <a:gd name="csY1" fmla="*/ 595312 h 650162"/>
                  <a:gd name="csX2" fmla="*/ 1366838 w 2847975"/>
                  <a:gd name="csY2" fmla="*/ 557212 h 650162"/>
                  <a:gd name="csX3" fmla="*/ 2847975 w 2847975"/>
                  <a:gd name="csY3" fmla="*/ 9525 h 6501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47975" h="650162">
                    <a:moveTo>
                      <a:pt x="0" y="0"/>
                    </a:moveTo>
                    <a:cubicBezTo>
                      <a:pt x="93266" y="251221"/>
                      <a:pt x="186532" y="502443"/>
                      <a:pt x="414338" y="595312"/>
                    </a:cubicBezTo>
                    <a:cubicBezTo>
                      <a:pt x="642144" y="688181"/>
                      <a:pt x="961232" y="654843"/>
                      <a:pt x="1366838" y="557212"/>
                    </a:cubicBezTo>
                    <a:cubicBezTo>
                      <a:pt x="1772444" y="459581"/>
                      <a:pt x="2310209" y="234553"/>
                      <a:pt x="2847975" y="9525"/>
                    </a:cubicBezTo>
                  </a:path>
                </a:pathLst>
              </a:custGeom>
              <a:noFill/>
              <a:ln>
                <a:gradFill flip="none" rotWithShape="1">
                  <a:gsLst>
                    <a:gs pos="59000">
                      <a:schemeClr val="tx1">
                        <a:lumMod val="75000"/>
                        <a:lumOff val="25000"/>
                      </a:schemeClr>
                    </a:gs>
                    <a:gs pos="0">
                      <a:srgbClr val="00FE85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BD8B8FF-82D7-AA99-372E-C0B0AD2D915C}"/>
                </a:ext>
              </a:extLst>
            </p:cNvPr>
            <p:cNvSpPr txBox="1"/>
            <p:nvPr/>
          </p:nvSpPr>
          <p:spPr>
            <a:xfrm>
              <a:off x="618930" y="2084845"/>
              <a:ext cx="3346580" cy="16927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fourth iteration</a:t>
              </a:r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 i = 3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3 + 1 = 4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is 4 EVEN? TRUE.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TEMP_EVEN = input[3]</a:t>
              </a:r>
            </a:p>
            <a:p>
              <a:endPara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0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switching happens</a:t>
              </a:r>
            </a:p>
            <a:p>
              <a:r>
                <a:rPr lang="en-US" sz="10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TEMP_EVEN = input[3 – 1 = 2]</a:t>
              </a:r>
            </a:p>
            <a:p>
              <a:r>
                <a:rPr lang="en-US" sz="10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TEMP_ODD = input[3]</a:t>
              </a:r>
            </a:p>
            <a:p>
              <a:endPara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4704EA6-ED87-23DF-ECC9-D6FC8D7283DA}"/>
                </a:ext>
              </a:extLst>
            </p:cNvPr>
            <p:cNvGrpSpPr/>
            <p:nvPr/>
          </p:nvGrpSpPr>
          <p:grpSpPr>
            <a:xfrm>
              <a:off x="4383572" y="1805124"/>
              <a:ext cx="3424856" cy="928773"/>
              <a:chOff x="3720351" y="2540750"/>
              <a:chExt cx="3424856" cy="928773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E20872E-53E5-69C9-B79A-0E09D667D45A}"/>
                  </a:ext>
                </a:extLst>
              </p:cNvPr>
              <p:cNvGrpSpPr/>
              <p:nvPr/>
            </p:nvGrpSpPr>
            <p:grpSpPr>
              <a:xfrm>
                <a:off x="3720352" y="2704145"/>
                <a:ext cx="3424855" cy="601984"/>
                <a:chOff x="4222376" y="2420471"/>
                <a:chExt cx="5202281" cy="914400"/>
              </a:xfrm>
            </p:grpSpPr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87F016EE-0589-A3CE-575F-5D8A59CB490F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77B977CF-3AA1-84B2-FAAD-5A5C0ACA892B}"/>
                    </a:ext>
                  </a:extLst>
                </p:cNvPr>
                <p:cNvSpPr/>
                <p:nvPr/>
              </p:nvSpPr>
              <p:spPr>
                <a:xfrm>
                  <a:off x="529434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0C94F780-03E2-49C2-1AF8-9EF4C8546A0C}"/>
                    </a:ext>
                  </a:extLst>
                </p:cNvPr>
                <p:cNvSpPr/>
                <p:nvPr/>
              </p:nvSpPr>
              <p:spPr>
                <a:xfrm>
                  <a:off x="636631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F5D16874-9423-4FC4-8A81-C1A8094251C0}"/>
                    </a:ext>
                  </a:extLst>
                </p:cNvPr>
                <p:cNvSpPr/>
                <p:nvPr/>
              </p:nvSpPr>
              <p:spPr>
                <a:xfrm>
                  <a:off x="743828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60CF1415-E8AC-2E97-4FEB-4D49312D315A}"/>
                    </a:ext>
                  </a:extLst>
                </p:cNvPr>
                <p:cNvSpPr/>
                <p:nvPr/>
              </p:nvSpPr>
              <p:spPr>
                <a:xfrm>
                  <a:off x="851025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A151EFE-E4CD-16F6-CF4E-C9233428B232}"/>
                  </a:ext>
                </a:extLst>
              </p:cNvPr>
              <p:cNvSpPr txBox="1"/>
              <p:nvPr/>
            </p:nvSpPr>
            <p:spPr>
              <a:xfrm>
                <a:off x="3720351" y="2540750"/>
                <a:ext cx="342076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 input[]</a:t>
                </a: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950F99C5-8805-0FBD-983C-70429A1D0D7E}"/>
                  </a:ext>
                </a:extLst>
              </p:cNvPr>
              <p:cNvGrpSpPr/>
              <p:nvPr/>
            </p:nvGrpSpPr>
            <p:grpSpPr>
              <a:xfrm>
                <a:off x="3724445" y="3388474"/>
                <a:ext cx="3416669" cy="81049"/>
                <a:chOff x="3726569" y="5549926"/>
                <a:chExt cx="5189845" cy="123112"/>
              </a:xfrm>
            </p:grpSpPr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3E2A21DC-36EE-0328-F21F-60FD0DF9E1E5}"/>
                    </a:ext>
                  </a:extLst>
                </p:cNvPr>
                <p:cNvSpPr txBox="1"/>
                <p:nvPr/>
              </p:nvSpPr>
              <p:spPr>
                <a:xfrm>
                  <a:off x="37265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</a:t>
                  </a: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3F6C28FB-3538-34B1-F1E2-12DB0441AB02}"/>
                    </a:ext>
                  </a:extLst>
                </p:cNvPr>
                <p:cNvSpPr txBox="1"/>
                <p:nvPr/>
              </p:nvSpPr>
              <p:spPr>
                <a:xfrm>
                  <a:off x="4796985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28680D8-8B57-4834-0339-AD6F42689712}"/>
                    </a:ext>
                  </a:extLst>
                </p:cNvPr>
                <p:cNvSpPr txBox="1"/>
                <p:nvPr/>
              </p:nvSpPr>
              <p:spPr>
                <a:xfrm>
                  <a:off x="5867401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input[2]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06685E4-AB21-FE67-C3E7-1771B6160855}"/>
                    </a:ext>
                  </a:extLst>
                </p:cNvPr>
                <p:cNvSpPr txBox="1"/>
                <p:nvPr/>
              </p:nvSpPr>
              <p:spPr>
                <a:xfrm>
                  <a:off x="6937818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input[3]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5308F7FC-5083-C903-9F38-48D664CFBF20}"/>
                    </a:ext>
                  </a:extLst>
                </p:cNvPr>
                <p:cNvSpPr txBox="1"/>
                <p:nvPr/>
              </p:nvSpPr>
              <p:spPr>
                <a:xfrm>
                  <a:off x="8008231" y="5549926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input[4]</a:t>
                  </a:r>
                </a:p>
              </p:txBody>
            </p:sp>
          </p:grpSp>
        </p:grp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1E00D801-0B19-0FA9-0DF7-E8E343D2A26D}"/>
                </a:ext>
              </a:extLst>
            </p:cNvPr>
            <p:cNvSpPr/>
            <p:nvPr/>
          </p:nvSpPr>
          <p:spPr>
            <a:xfrm>
              <a:off x="8222399" y="1968519"/>
              <a:ext cx="740626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24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FC8F47A-F05E-426B-2700-83D5DE549792}"/>
                </a:ext>
              </a:extLst>
            </p:cNvPr>
            <p:cNvSpPr txBox="1"/>
            <p:nvPr/>
          </p:nvSpPr>
          <p:spPr>
            <a:xfrm>
              <a:off x="8222398" y="1805124"/>
              <a:ext cx="7406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920BDD4F-DB05-6541-6136-CA98633458BB}"/>
                </a:ext>
              </a:extLst>
            </p:cNvPr>
            <p:cNvSpPr/>
            <p:nvPr/>
          </p:nvSpPr>
          <p:spPr>
            <a:xfrm>
              <a:off x="9065362" y="1968519"/>
              <a:ext cx="783488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BAD366C-34EB-4702-7857-8DBD4E7A9AF6}"/>
                </a:ext>
              </a:extLst>
            </p:cNvPr>
            <p:cNvSpPr txBox="1"/>
            <p:nvPr/>
          </p:nvSpPr>
          <p:spPr>
            <a:xfrm>
              <a:off x="9065361" y="1805124"/>
              <a:ext cx="78348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E29B612-AC38-BAA9-335A-7A14AD56DF30}"/>
                </a:ext>
              </a:extLst>
            </p:cNvPr>
            <p:cNvGrpSpPr/>
            <p:nvPr/>
          </p:nvGrpSpPr>
          <p:grpSpPr>
            <a:xfrm>
              <a:off x="4379479" y="2980119"/>
              <a:ext cx="3424856" cy="928773"/>
              <a:chOff x="3720351" y="2540750"/>
              <a:chExt cx="3424856" cy="928773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5C058683-E9D4-58B7-1B1D-55821EC7B95C}"/>
                  </a:ext>
                </a:extLst>
              </p:cNvPr>
              <p:cNvGrpSpPr/>
              <p:nvPr/>
            </p:nvGrpSpPr>
            <p:grpSpPr>
              <a:xfrm>
                <a:off x="3720352" y="2704145"/>
                <a:ext cx="3424855" cy="601984"/>
                <a:chOff x="4222376" y="2420471"/>
                <a:chExt cx="5202281" cy="914400"/>
              </a:xfrm>
            </p:grpSpPr>
            <p:sp>
              <p:nvSpPr>
                <p:cNvPr id="97" name="Rectangle: Rounded Corners 96">
                  <a:extLst>
                    <a:ext uri="{FF2B5EF4-FFF2-40B4-BE49-F238E27FC236}">
                      <a16:creationId xmlns:a16="http://schemas.microsoft.com/office/drawing/2014/main" id="{C00A2AFA-1AD2-F55D-2060-7675DC33604D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C917A76D-ED00-0FD1-D5DE-75034C2E1311}"/>
                    </a:ext>
                  </a:extLst>
                </p:cNvPr>
                <p:cNvSpPr/>
                <p:nvPr/>
              </p:nvSpPr>
              <p:spPr>
                <a:xfrm>
                  <a:off x="529434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24277E9D-B267-0BEB-CBEE-6EAEDE88D912}"/>
                    </a:ext>
                  </a:extLst>
                </p:cNvPr>
                <p:cNvSpPr/>
                <p:nvPr/>
              </p:nvSpPr>
              <p:spPr>
                <a:xfrm>
                  <a:off x="636631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rgbClr val="00FE8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DD4DB423-8D32-8623-4C05-AF894A5C7530}"/>
                    </a:ext>
                  </a:extLst>
                </p:cNvPr>
                <p:cNvSpPr/>
                <p:nvPr/>
              </p:nvSpPr>
              <p:spPr>
                <a:xfrm>
                  <a:off x="743828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rgbClr val="00FE8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00F82DD3-83E2-6FBB-D78B-A3348FE93A98}"/>
                    </a:ext>
                  </a:extLst>
                </p:cNvPr>
                <p:cNvSpPr/>
                <p:nvPr/>
              </p:nvSpPr>
              <p:spPr>
                <a:xfrm>
                  <a:off x="851025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2A8C34A-C3B2-2CF6-F1F4-AD55B17CBEE3}"/>
                  </a:ext>
                </a:extLst>
              </p:cNvPr>
              <p:cNvSpPr txBox="1"/>
              <p:nvPr/>
            </p:nvSpPr>
            <p:spPr>
              <a:xfrm>
                <a:off x="3720351" y="2540750"/>
                <a:ext cx="342076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 input[]</a:t>
                </a: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B764ADF-548C-A7F7-B1A8-49FEFABC36A7}"/>
                  </a:ext>
                </a:extLst>
              </p:cNvPr>
              <p:cNvGrpSpPr/>
              <p:nvPr/>
            </p:nvGrpSpPr>
            <p:grpSpPr>
              <a:xfrm>
                <a:off x="3724445" y="3388474"/>
                <a:ext cx="3416669" cy="81049"/>
                <a:chOff x="3726569" y="5549926"/>
                <a:chExt cx="5189845" cy="123112"/>
              </a:xfrm>
            </p:grpSpPr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3DCCF25-BFEC-EDEA-28E5-10FCA696B6B7}"/>
                    </a:ext>
                  </a:extLst>
                </p:cNvPr>
                <p:cNvSpPr txBox="1"/>
                <p:nvPr/>
              </p:nvSpPr>
              <p:spPr>
                <a:xfrm>
                  <a:off x="37265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15C948D7-1703-1D2C-BE44-107BC0D17515}"/>
                    </a:ext>
                  </a:extLst>
                </p:cNvPr>
                <p:cNvSpPr txBox="1"/>
                <p:nvPr/>
              </p:nvSpPr>
              <p:spPr>
                <a:xfrm>
                  <a:off x="4796985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66526D00-FA27-D909-CF3A-14680CB2EEAD}"/>
                    </a:ext>
                  </a:extLst>
                </p:cNvPr>
                <p:cNvSpPr txBox="1"/>
                <p:nvPr/>
              </p:nvSpPr>
              <p:spPr>
                <a:xfrm>
                  <a:off x="5867401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input[2]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975E8AC7-4B2E-5988-D27B-19488A64DC60}"/>
                    </a:ext>
                  </a:extLst>
                </p:cNvPr>
                <p:cNvSpPr txBox="1"/>
                <p:nvPr/>
              </p:nvSpPr>
              <p:spPr>
                <a:xfrm>
                  <a:off x="6937818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input[3]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9AFBE6F-3C62-B800-87C9-E286C471DFEF}"/>
                    </a:ext>
                  </a:extLst>
                </p:cNvPr>
                <p:cNvSpPr txBox="1"/>
                <p:nvPr/>
              </p:nvSpPr>
              <p:spPr>
                <a:xfrm>
                  <a:off x="8008231" y="5549926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input[4]</a:t>
                  </a:r>
                </a:p>
              </p:txBody>
            </p:sp>
          </p:grpSp>
        </p:grp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A7261A4D-6477-0662-01A5-062DD7F5D985}"/>
                </a:ext>
              </a:extLst>
            </p:cNvPr>
            <p:cNvSpPr/>
            <p:nvPr/>
          </p:nvSpPr>
          <p:spPr>
            <a:xfrm>
              <a:off x="8218306" y="3143514"/>
              <a:ext cx="740626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3F1E7D3-9DF6-5206-3018-E7C7ED3B2483}"/>
                </a:ext>
              </a:extLst>
            </p:cNvPr>
            <p:cNvSpPr txBox="1"/>
            <p:nvPr/>
          </p:nvSpPr>
          <p:spPr>
            <a:xfrm>
              <a:off x="8218305" y="2980119"/>
              <a:ext cx="7406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3FFCCB30-AA1D-9BC3-F8DF-3CF1524C5B30}"/>
                </a:ext>
              </a:extLst>
            </p:cNvPr>
            <p:cNvSpPr/>
            <p:nvPr/>
          </p:nvSpPr>
          <p:spPr>
            <a:xfrm>
              <a:off x="9061269" y="3143514"/>
              <a:ext cx="783488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5476336-26AD-B345-34EC-DC63106D684C}"/>
                </a:ext>
              </a:extLst>
            </p:cNvPr>
            <p:cNvSpPr txBox="1"/>
            <p:nvPr/>
          </p:nvSpPr>
          <p:spPr>
            <a:xfrm>
              <a:off x="9061268" y="2980119"/>
              <a:ext cx="78348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5CCCCFA1-8CA7-188C-0702-243AACDD22CA}"/>
              </a:ext>
            </a:extLst>
          </p:cNvPr>
          <p:cNvSpPr txBox="1"/>
          <p:nvPr/>
        </p:nvSpPr>
        <p:spPr>
          <a:xfrm>
            <a:off x="4379479" y="398116"/>
            <a:ext cx="5465278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(int i = 0; i &lt; input.length; i++) {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 ((i + 1) % 2 == 0) { 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TEMP_EVEN = input[i];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input[i - 1] = TEMP_EVEN;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input[i] = TEMP_ODD;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 else {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TEMP_ODD = input[i];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1460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E2618"/>
            </a:gs>
            <a:gs pos="66000">
              <a:srgbClr val="101010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F2CE0-1085-47CA-8AAC-8E1DAF024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76E5A70E-C39E-E487-A1DB-B0874D65A256}"/>
              </a:ext>
            </a:extLst>
          </p:cNvPr>
          <p:cNvSpPr txBox="1"/>
          <p:nvPr/>
        </p:nvSpPr>
        <p:spPr>
          <a:xfrm>
            <a:off x="618930" y="445463"/>
            <a:ext cx="143629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see in detail...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94D3652-675A-03CB-C4EE-CF96456643F0}"/>
              </a:ext>
            </a:extLst>
          </p:cNvPr>
          <p:cNvGrpSpPr/>
          <p:nvPr/>
        </p:nvGrpSpPr>
        <p:grpSpPr>
          <a:xfrm>
            <a:off x="618930" y="2264778"/>
            <a:ext cx="9229920" cy="1049162"/>
            <a:chOff x="618930" y="2637418"/>
            <a:chExt cx="9229920" cy="104916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341E3E-095C-D3D7-779D-6DABED928F72}"/>
                </a:ext>
              </a:extLst>
            </p:cNvPr>
            <p:cNvSpPr txBox="1"/>
            <p:nvPr/>
          </p:nvSpPr>
          <p:spPr>
            <a:xfrm>
              <a:off x="618930" y="2917139"/>
              <a:ext cx="3346580" cy="7694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last iteration</a:t>
              </a:r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 i = 4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4 + 1 = 5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is 5 EVEN? FALSE.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TEMP_ODD = input[4]</a:t>
              </a:r>
            </a:p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&gt;&gt;&gt; i++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91AB9EE-53C9-7D02-BA83-D4CF5011331A}"/>
                </a:ext>
              </a:extLst>
            </p:cNvPr>
            <p:cNvGrpSpPr/>
            <p:nvPr/>
          </p:nvGrpSpPr>
          <p:grpSpPr>
            <a:xfrm>
              <a:off x="4383572" y="2637418"/>
              <a:ext cx="3424856" cy="928789"/>
              <a:chOff x="3720351" y="2540750"/>
              <a:chExt cx="3424856" cy="92878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724412D-0E2F-2B7F-7D28-50FFCD9AB983}"/>
                  </a:ext>
                </a:extLst>
              </p:cNvPr>
              <p:cNvGrpSpPr/>
              <p:nvPr/>
            </p:nvGrpSpPr>
            <p:grpSpPr>
              <a:xfrm>
                <a:off x="3720352" y="2704145"/>
                <a:ext cx="3424855" cy="601984"/>
                <a:chOff x="4222376" y="2420471"/>
                <a:chExt cx="5202281" cy="914400"/>
              </a:xfrm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FCA1CF6B-88FC-6BEC-FCCB-3E941491F62F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A2436003-81C7-598F-463A-B1FF7A1235B2}"/>
                    </a:ext>
                  </a:extLst>
                </p:cNvPr>
                <p:cNvSpPr/>
                <p:nvPr/>
              </p:nvSpPr>
              <p:spPr>
                <a:xfrm>
                  <a:off x="529434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A26CCFD8-632C-B5CC-923E-129DBB88D088}"/>
                    </a:ext>
                  </a:extLst>
                </p:cNvPr>
                <p:cNvSpPr/>
                <p:nvPr/>
              </p:nvSpPr>
              <p:spPr>
                <a:xfrm>
                  <a:off x="636631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86C9DF66-90B7-88C6-81F3-5EE633B14BD2}"/>
                    </a:ext>
                  </a:extLst>
                </p:cNvPr>
                <p:cNvSpPr/>
                <p:nvPr/>
              </p:nvSpPr>
              <p:spPr>
                <a:xfrm>
                  <a:off x="7438287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24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28AF78F2-0713-61AC-3945-62071CF15881}"/>
                    </a:ext>
                  </a:extLst>
                </p:cNvPr>
                <p:cNvSpPr/>
                <p:nvPr/>
              </p:nvSpPr>
              <p:spPr>
                <a:xfrm>
                  <a:off x="8510256" y="2420471"/>
                  <a:ext cx="914401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24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F0AFBE-1E17-6F1E-66A6-D0AEB01084DD}"/>
                  </a:ext>
                </a:extLst>
              </p:cNvPr>
              <p:cNvSpPr txBox="1"/>
              <p:nvPr/>
            </p:nvSpPr>
            <p:spPr>
              <a:xfrm>
                <a:off x="3720351" y="2540750"/>
                <a:ext cx="342076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 input[]</a:t>
                </a: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53D5B459-3A97-10D8-EF0C-32D869A4C23B}"/>
                  </a:ext>
                </a:extLst>
              </p:cNvPr>
              <p:cNvGrpSpPr/>
              <p:nvPr/>
            </p:nvGrpSpPr>
            <p:grpSpPr>
              <a:xfrm>
                <a:off x="3724445" y="3388489"/>
                <a:ext cx="3416669" cy="81050"/>
                <a:chOff x="3726569" y="5549926"/>
                <a:chExt cx="5189845" cy="123113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DA3C3D2-F18C-332D-8598-62967E658A32}"/>
                    </a:ext>
                  </a:extLst>
                </p:cNvPr>
                <p:cNvSpPr txBox="1"/>
                <p:nvPr/>
              </p:nvSpPr>
              <p:spPr>
                <a:xfrm>
                  <a:off x="3726569" y="5549928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36A87F1-F0C7-E16A-D1C0-F89AA9F4742B}"/>
                    </a:ext>
                  </a:extLst>
                </p:cNvPr>
                <p:cNvSpPr txBox="1"/>
                <p:nvPr/>
              </p:nvSpPr>
              <p:spPr>
                <a:xfrm>
                  <a:off x="4796985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FA73D46-0B8E-6E53-5F74-D4C2397946AB}"/>
                    </a:ext>
                  </a:extLst>
                </p:cNvPr>
                <p:cNvSpPr txBox="1"/>
                <p:nvPr/>
              </p:nvSpPr>
              <p:spPr>
                <a:xfrm>
                  <a:off x="5867401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input[2]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63608E8-5EB6-862A-AB15-64973F27C916}"/>
                    </a:ext>
                  </a:extLst>
                </p:cNvPr>
                <p:cNvSpPr txBox="1"/>
                <p:nvPr/>
              </p:nvSpPr>
              <p:spPr>
                <a:xfrm>
                  <a:off x="6937818" y="5549928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input[3]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49BA122-FA01-7D4F-EA4A-7EA211F66555}"/>
                    </a:ext>
                  </a:extLst>
                </p:cNvPr>
                <p:cNvSpPr txBox="1"/>
                <p:nvPr/>
              </p:nvSpPr>
              <p:spPr>
                <a:xfrm>
                  <a:off x="8008231" y="5549926"/>
                  <a:ext cx="908183" cy="12311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input[4]</a:t>
                  </a:r>
                </a:p>
              </p:txBody>
            </p:sp>
          </p:grpSp>
        </p:grp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8B3CB85-D326-9550-83B1-9BF7615810A0}"/>
                </a:ext>
              </a:extLst>
            </p:cNvPr>
            <p:cNvSpPr/>
            <p:nvPr/>
          </p:nvSpPr>
          <p:spPr>
            <a:xfrm>
              <a:off x="8222399" y="2800813"/>
              <a:ext cx="740626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FE85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24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524FAE-770D-B79B-0B6C-EF7BA1A87F60}"/>
                </a:ext>
              </a:extLst>
            </p:cNvPr>
            <p:cNvSpPr txBox="1"/>
            <p:nvPr/>
          </p:nvSpPr>
          <p:spPr>
            <a:xfrm>
              <a:off x="8222398" y="2637418"/>
              <a:ext cx="7406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TEMP_ODD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95BC8A5-EBD7-27A7-1089-034133E8A4E9}"/>
                </a:ext>
              </a:extLst>
            </p:cNvPr>
            <p:cNvSpPr/>
            <p:nvPr/>
          </p:nvSpPr>
          <p:spPr>
            <a:xfrm>
              <a:off x="9065362" y="2800813"/>
              <a:ext cx="783488" cy="601984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24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2E6FC9E-D551-5585-34FC-8C0A914F38B0}"/>
                </a:ext>
              </a:extLst>
            </p:cNvPr>
            <p:cNvSpPr txBox="1"/>
            <p:nvPr/>
          </p:nvSpPr>
          <p:spPr>
            <a:xfrm>
              <a:off x="9065361" y="2637418"/>
              <a:ext cx="78348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TEMP_EVEN</a:t>
              </a: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70DD3A0F-A30A-ABB8-7560-8CAE7F17BA41}"/>
              </a:ext>
            </a:extLst>
          </p:cNvPr>
          <p:cNvSpPr txBox="1"/>
          <p:nvPr/>
        </p:nvSpPr>
        <p:spPr>
          <a:xfrm>
            <a:off x="4379479" y="398116"/>
            <a:ext cx="5465278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(int i = 0; i &lt; input.length; i++) {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 ((i + 1) % 2 == 0) { 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TEMP_EVEN = input[i];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input[i - 1] = TEMP_EVEN;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input[i] = TEMP_ODD;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 else {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TEMP_ODD = input[i];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363832-BD78-D73D-C190-1A2001D50619}"/>
              </a:ext>
            </a:extLst>
          </p:cNvPr>
          <p:cNvSpPr txBox="1"/>
          <p:nvPr/>
        </p:nvSpPr>
        <p:spPr>
          <a:xfrm>
            <a:off x="3571270" y="4302259"/>
            <a:ext cx="504945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swapping only happens for even indexes, </a:t>
            </a:r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input[4]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 at the </a:t>
            </a: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odd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position, so it remains still.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 prevents any possible ArrayIndexOutOfBounds error because we’re not relying on i + 1!</a:t>
            </a:r>
            <a:endParaRPr lang="en-PH" sz="12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258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AE86B-1040-9DB0-29B4-558F2E0D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0F95134-8071-37FD-601B-163DF5D6B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904CFE94-1C89-79EF-1727-15A44EB56010}"/>
              </a:ext>
            </a:extLst>
          </p:cNvPr>
          <p:cNvGrpSpPr/>
          <p:nvPr/>
        </p:nvGrpSpPr>
        <p:grpSpPr>
          <a:xfrm>
            <a:off x="3720352" y="2971800"/>
            <a:ext cx="4751296" cy="914400"/>
            <a:chOff x="4222376" y="2420471"/>
            <a:chExt cx="4751296" cy="91440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652AAA4-53D7-423B-1C24-C6A19D4949F6}"/>
                </a:ext>
              </a:extLst>
            </p:cNvPr>
            <p:cNvSpPr/>
            <p:nvPr/>
          </p:nvSpPr>
          <p:spPr>
            <a:xfrm>
              <a:off x="4222376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AC6C028-D66F-B934-0C50-246366F5EFBF}"/>
                </a:ext>
              </a:extLst>
            </p:cNvPr>
            <p:cNvSpPr/>
            <p:nvPr/>
          </p:nvSpPr>
          <p:spPr>
            <a:xfrm>
              <a:off x="5181600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0F944F0-285A-AF8C-652B-96BB2779FFC1}"/>
                </a:ext>
              </a:extLst>
            </p:cNvPr>
            <p:cNvSpPr/>
            <p:nvPr/>
          </p:nvSpPr>
          <p:spPr>
            <a:xfrm>
              <a:off x="6140824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718126D-B24B-C489-0679-8EE8FE94DA0F}"/>
                </a:ext>
              </a:extLst>
            </p:cNvPr>
            <p:cNvSpPr/>
            <p:nvPr/>
          </p:nvSpPr>
          <p:spPr>
            <a:xfrm>
              <a:off x="7100048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5DEBE6C-DB9E-5D5C-5640-1691DEC9A04A}"/>
                </a:ext>
              </a:extLst>
            </p:cNvPr>
            <p:cNvSpPr/>
            <p:nvPr/>
          </p:nvSpPr>
          <p:spPr>
            <a:xfrm>
              <a:off x="8059272" y="2420471"/>
              <a:ext cx="914400" cy="91440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en-PH" sz="3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6AA6A7E-47D4-233A-D311-6A2787A4805D}"/>
              </a:ext>
            </a:extLst>
          </p:cNvPr>
          <p:cNvSpPr txBox="1"/>
          <p:nvPr/>
        </p:nvSpPr>
        <p:spPr>
          <a:xfrm>
            <a:off x="5602273" y="2040865"/>
            <a:ext cx="98745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 did it!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F5C469-6EBB-71E3-A2DB-2404F1DE0247}"/>
              </a:ext>
            </a:extLst>
          </p:cNvPr>
          <p:cNvSpPr txBox="1"/>
          <p:nvPr/>
        </p:nvSpPr>
        <p:spPr>
          <a:xfrm>
            <a:off x="3720351" y="2759876"/>
            <a:ext cx="475129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input[]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8BF7BC8-5743-03EB-9B92-2251581D194C}"/>
              </a:ext>
            </a:extLst>
          </p:cNvPr>
          <p:cNvGrpSpPr/>
          <p:nvPr/>
        </p:nvGrpSpPr>
        <p:grpSpPr>
          <a:xfrm>
            <a:off x="3720351" y="3975013"/>
            <a:ext cx="4738862" cy="123112"/>
            <a:chOff x="2937955" y="5549926"/>
            <a:chExt cx="4738862" cy="12311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14A8E3-E6EB-D307-373C-C795E7BF1195}"/>
                </a:ext>
              </a:extLst>
            </p:cNvPr>
            <p:cNvSpPr txBox="1"/>
            <p:nvPr/>
          </p:nvSpPr>
          <p:spPr>
            <a:xfrm>
              <a:off x="2937955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input[0]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2F10AA-4451-8319-A8DC-E7CC3BBA50C7}"/>
                </a:ext>
              </a:extLst>
            </p:cNvPr>
            <p:cNvSpPr txBox="1"/>
            <p:nvPr/>
          </p:nvSpPr>
          <p:spPr>
            <a:xfrm>
              <a:off x="3890962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input[1]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A4D19E5-8D5A-9E43-1104-F9995566606D}"/>
                </a:ext>
              </a:extLst>
            </p:cNvPr>
            <p:cNvSpPr txBox="1"/>
            <p:nvPr/>
          </p:nvSpPr>
          <p:spPr>
            <a:xfrm>
              <a:off x="4843969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input[2]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2163E9-932C-4D15-406E-5BCBB5254CBD}"/>
                </a:ext>
              </a:extLst>
            </p:cNvPr>
            <p:cNvSpPr txBox="1"/>
            <p:nvPr/>
          </p:nvSpPr>
          <p:spPr>
            <a:xfrm>
              <a:off x="5796976" y="5549927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input[3]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95C4301-C0FA-C908-46AB-96A0F6631604}"/>
                </a:ext>
              </a:extLst>
            </p:cNvPr>
            <p:cNvSpPr txBox="1"/>
            <p:nvPr/>
          </p:nvSpPr>
          <p:spPr>
            <a:xfrm>
              <a:off x="6768634" y="5549926"/>
              <a:ext cx="90818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input[4]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B75A3A8-390F-11C4-1450-A95DC7D82D7A}"/>
              </a:ext>
            </a:extLst>
          </p:cNvPr>
          <p:cNvSpPr txBox="1"/>
          <p:nvPr/>
        </p:nvSpPr>
        <p:spPr>
          <a:xfrm>
            <a:off x="3762031" y="5385728"/>
            <a:ext cx="466794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you’ve successfully swapped the neighboring numbers!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8319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65A1C-F42B-1209-F455-C916D9A35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C863C90-ED18-3D10-1116-908048B40934}"/>
              </a:ext>
            </a:extLst>
          </p:cNvPr>
          <p:cNvGrpSpPr/>
          <p:nvPr/>
        </p:nvGrpSpPr>
        <p:grpSpPr>
          <a:xfrm>
            <a:off x="615819" y="2951946"/>
            <a:ext cx="5480181" cy="1692772"/>
            <a:chOff x="587827" y="2721113"/>
            <a:chExt cx="5480181" cy="169277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ED11486-D52B-B9BE-DE46-C7DBE29E6A19}"/>
                </a:ext>
              </a:extLst>
            </p:cNvPr>
            <p:cNvSpPr txBox="1"/>
            <p:nvPr/>
          </p:nvSpPr>
          <p:spPr>
            <a:xfrm>
              <a:off x="587827" y="2936557"/>
              <a:ext cx="5480181" cy="14773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4800" spc="-3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row vs column product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F1C61E4-6A77-23DC-AE85-AAA10513D5E7}"/>
                </a:ext>
              </a:extLst>
            </p:cNvPr>
            <p:cNvSpPr txBox="1"/>
            <p:nvPr/>
          </p:nvSpPr>
          <p:spPr>
            <a:xfrm>
              <a:off x="587828" y="2721113"/>
              <a:ext cx="370293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dirty="0">
                  <a:solidFill>
                    <a:schemeClr val="bg2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intermediate programming </a:t>
              </a:r>
              <a:r>
                <a:rPr lang="en-US" sz="1400" dirty="0">
                  <a:solidFill>
                    <a:srgbClr val="FFFF0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unfinished</a:t>
              </a:r>
              <a:endParaRPr lang="en-PH" sz="1400" dirty="0">
                <a:solidFill>
                  <a:srgbClr val="FFFF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66217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770D8-0615-935A-28A1-20563880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E700CF-B0C2-7BC8-8E6F-7345D6056BC0}"/>
              </a:ext>
            </a:extLst>
          </p:cNvPr>
          <p:cNvSpPr txBox="1"/>
          <p:nvPr/>
        </p:nvSpPr>
        <p:spPr>
          <a:xfrm>
            <a:off x="4076221" y="2040865"/>
            <a:ext cx="40395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 is input[], a standard 1d array.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it only takes one row to read through it all.</a:t>
            </a:r>
            <a:endParaRPr lang="en-PH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188637A-4172-AC0F-F81C-51F9FFC371DE}"/>
              </a:ext>
            </a:extLst>
          </p:cNvPr>
          <p:cNvGrpSpPr/>
          <p:nvPr/>
        </p:nvGrpSpPr>
        <p:grpSpPr>
          <a:xfrm>
            <a:off x="4679575" y="2759876"/>
            <a:ext cx="2832849" cy="1338249"/>
            <a:chOff x="3720351" y="2759876"/>
            <a:chExt cx="2832849" cy="133824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405B2FF-303B-0708-7BB1-33CD362E9713}"/>
                </a:ext>
              </a:extLst>
            </p:cNvPr>
            <p:cNvGrpSpPr/>
            <p:nvPr/>
          </p:nvGrpSpPr>
          <p:grpSpPr>
            <a:xfrm>
              <a:off x="3720352" y="2971800"/>
              <a:ext cx="2832848" cy="914400"/>
              <a:chOff x="4222376" y="2420471"/>
              <a:chExt cx="2832848" cy="91440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A8CB6B37-FCE2-6F3B-4A68-22C3E82EAD1C}"/>
                  </a:ext>
                </a:extLst>
              </p:cNvPr>
              <p:cNvSpPr/>
              <p:nvPr/>
            </p:nvSpPr>
            <p:spPr>
              <a:xfrm>
                <a:off x="4222376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  <a:endParaRPr lang="en-PH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0B09873-2C6D-5FA2-56AF-D6A897D291B2}"/>
                  </a:ext>
                </a:extLst>
              </p:cNvPr>
              <p:cNvSpPr/>
              <p:nvPr/>
            </p:nvSpPr>
            <p:spPr>
              <a:xfrm>
                <a:off x="5181600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  <a:endParaRPr lang="en-PH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40BD4442-44C1-87AC-3060-5927994AC7CB}"/>
                  </a:ext>
                </a:extLst>
              </p:cNvPr>
              <p:cNvSpPr/>
              <p:nvPr/>
            </p:nvSpPr>
            <p:spPr>
              <a:xfrm>
                <a:off x="6140824" y="2420471"/>
                <a:ext cx="914400" cy="914400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  <a:endParaRPr lang="en-PH" sz="3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1CCBED-67FC-E73F-4CD3-B6DF7359046A}"/>
                </a:ext>
              </a:extLst>
            </p:cNvPr>
            <p:cNvSpPr txBox="1"/>
            <p:nvPr/>
          </p:nvSpPr>
          <p:spPr>
            <a:xfrm>
              <a:off x="3720351" y="2759876"/>
              <a:ext cx="283284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E51D4E6-C3CC-0C37-102C-26E78B9D113B}"/>
                </a:ext>
              </a:extLst>
            </p:cNvPr>
            <p:cNvGrpSpPr/>
            <p:nvPr/>
          </p:nvGrpSpPr>
          <p:grpSpPr>
            <a:xfrm>
              <a:off x="3720351" y="3975014"/>
              <a:ext cx="2814197" cy="123111"/>
              <a:chOff x="2937955" y="5549927"/>
              <a:chExt cx="2814197" cy="12311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D14420-2962-7C6E-7312-B383A43E0A57}"/>
                  </a:ext>
                </a:extLst>
              </p:cNvPr>
              <p:cNvSpPr txBox="1"/>
              <p:nvPr/>
            </p:nvSpPr>
            <p:spPr>
              <a:xfrm>
                <a:off x="2937955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input[0]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D35BA5-983B-24B0-0498-C7EA6B541AE2}"/>
                  </a:ext>
                </a:extLst>
              </p:cNvPr>
              <p:cNvSpPr txBox="1"/>
              <p:nvPr/>
            </p:nvSpPr>
            <p:spPr>
              <a:xfrm>
                <a:off x="3890962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input[1]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2C21E1-2004-3189-1C3C-2D0B38B4D271}"/>
                  </a:ext>
                </a:extLst>
              </p:cNvPr>
              <p:cNvSpPr txBox="1"/>
              <p:nvPr/>
            </p:nvSpPr>
            <p:spPr>
              <a:xfrm>
                <a:off x="4843969" y="5549927"/>
                <a:ext cx="90818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input[2]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5137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A3BCE-7581-870F-D8BA-46E389D8E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9D4FC01-FD91-88AC-B7CD-2DCA67F78DE6}"/>
              </a:ext>
            </a:extLst>
          </p:cNvPr>
          <p:cNvSpPr txBox="1"/>
          <p:nvPr/>
        </p:nvSpPr>
        <p:spPr>
          <a:xfrm>
            <a:off x="3402962" y="2040865"/>
            <a:ext cx="538609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 is input[][], a 2d array.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now we’re dealing with multiple rows to read through it all.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think of it as </a:t>
            </a:r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 of arrays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and it looks like a table.</a:t>
            </a:r>
            <a:endParaRPr lang="en-PH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CD524B-E9E1-9001-E4C1-A0AF947B6987}"/>
              </a:ext>
            </a:extLst>
          </p:cNvPr>
          <p:cNvGrpSpPr/>
          <p:nvPr/>
        </p:nvGrpSpPr>
        <p:grpSpPr>
          <a:xfrm>
            <a:off x="4679575" y="2759876"/>
            <a:ext cx="2832849" cy="2553388"/>
            <a:chOff x="4679575" y="2759876"/>
            <a:chExt cx="2832849" cy="255338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DEE69D-9050-FF61-34CA-F452691BE263}"/>
                </a:ext>
              </a:extLst>
            </p:cNvPr>
            <p:cNvSpPr txBox="1"/>
            <p:nvPr/>
          </p:nvSpPr>
          <p:spPr>
            <a:xfrm>
              <a:off x="4679575" y="2759876"/>
              <a:ext cx="283284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8E9AB09-2A1E-3C66-62E9-C4D01D7A467B}"/>
                </a:ext>
              </a:extLst>
            </p:cNvPr>
            <p:cNvGrpSpPr/>
            <p:nvPr/>
          </p:nvGrpSpPr>
          <p:grpSpPr>
            <a:xfrm>
              <a:off x="4679575" y="2971800"/>
              <a:ext cx="2832849" cy="1126325"/>
              <a:chOff x="4679575" y="2971800"/>
              <a:chExt cx="2832849" cy="1126325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5549FF36-AD9A-1D8F-47BB-A589C74261D8}"/>
                  </a:ext>
                </a:extLst>
              </p:cNvPr>
              <p:cNvGrpSpPr/>
              <p:nvPr/>
            </p:nvGrpSpPr>
            <p:grpSpPr>
              <a:xfrm>
                <a:off x="4679576" y="2971800"/>
                <a:ext cx="2832848" cy="914400"/>
                <a:chOff x="4222376" y="2420471"/>
                <a:chExt cx="2832848" cy="914400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FAF3D249-A2AC-2B96-55C6-13049529961A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0400EB85-ADE2-B174-69F7-730502AED1CD}"/>
                    </a:ext>
                  </a:extLst>
                </p:cNvPr>
                <p:cNvSpPr/>
                <p:nvPr/>
              </p:nvSpPr>
              <p:spPr>
                <a:xfrm>
                  <a:off x="5181600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18584987-2B3A-4B0A-C1BE-DF050313FAA2}"/>
                    </a:ext>
                  </a:extLst>
                </p:cNvPr>
                <p:cNvSpPr/>
                <p:nvPr/>
              </p:nvSpPr>
              <p:spPr>
                <a:xfrm>
                  <a:off x="6140824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B59578D-FBB8-7EF3-F895-D5B2CC560EAC}"/>
                  </a:ext>
                </a:extLst>
              </p:cNvPr>
              <p:cNvGrpSpPr/>
              <p:nvPr/>
            </p:nvGrpSpPr>
            <p:grpSpPr>
              <a:xfrm>
                <a:off x="4679575" y="3975014"/>
                <a:ext cx="2814197" cy="123111"/>
                <a:chOff x="2937955" y="5549927"/>
                <a:chExt cx="2814197" cy="123111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B16DC08-FA3E-E059-4497-3D57759E45EC}"/>
                    </a:ext>
                  </a:extLst>
                </p:cNvPr>
                <p:cNvSpPr txBox="1"/>
                <p:nvPr/>
              </p:nvSpPr>
              <p:spPr>
                <a:xfrm>
                  <a:off x="2937955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input[0][0]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C6EC1EF-4A9D-BD78-8EB9-B7FEE177F279}"/>
                    </a:ext>
                  </a:extLst>
                </p:cNvPr>
                <p:cNvSpPr txBox="1"/>
                <p:nvPr/>
              </p:nvSpPr>
              <p:spPr>
                <a:xfrm>
                  <a:off x="3890962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input[0][1]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7A81CDB-3A84-D767-7C60-22B0AB2C24FC}"/>
                    </a:ext>
                  </a:extLst>
                </p:cNvPr>
                <p:cNvSpPr txBox="1"/>
                <p:nvPr/>
              </p:nvSpPr>
              <p:spPr>
                <a:xfrm>
                  <a:off x="48439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input[0][2]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93A778F-3C68-1176-87A4-D7B270AC3F87}"/>
                </a:ext>
              </a:extLst>
            </p:cNvPr>
            <p:cNvGrpSpPr/>
            <p:nvPr/>
          </p:nvGrpSpPr>
          <p:grpSpPr>
            <a:xfrm>
              <a:off x="4679575" y="4186939"/>
              <a:ext cx="2832849" cy="1126325"/>
              <a:chOff x="4679575" y="2971800"/>
              <a:chExt cx="2832849" cy="1126325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0DD3E32-BFDA-4B3A-0433-21578BF13EEB}"/>
                  </a:ext>
                </a:extLst>
              </p:cNvPr>
              <p:cNvGrpSpPr/>
              <p:nvPr/>
            </p:nvGrpSpPr>
            <p:grpSpPr>
              <a:xfrm>
                <a:off x="4679576" y="2971800"/>
                <a:ext cx="2832848" cy="914400"/>
                <a:chOff x="4222376" y="2420471"/>
                <a:chExt cx="2832848" cy="914400"/>
              </a:xfrm>
            </p:grpSpPr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0A0E6E2D-9422-D850-9EFC-FE927999FEC7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6CE15DE6-7A84-B200-A564-F56CC4280744}"/>
                    </a:ext>
                  </a:extLst>
                </p:cNvPr>
                <p:cNvSpPr/>
                <p:nvPr/>
              </p:nvSpPr>
              <p:spPr>
                <a:xfrm>
                  <a:off x="5181600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27954511-B122-8DA2-2B1E-BF7920B469FC}"/>
                    </a:ext>
                  </a:extLst>
                </p:cNvPr>
                <p:cNvSpPr/>
                <p:nvPr/>
              </p:nvSpPr>
              <p:spPr>
                <a:xfrm>
                  <a:off x="6140824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6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F023860-B80A-3572-E3C5-A80F2B61CEF4}"/>
                  </a:ext>
                </a:extLst>
              </p:cNvPr>
              <p:cNvGrpSpPr/>
              <p:nvPr/>
            </p:nvGrpSpPr>
            <p:grpSpPr>
              <a:xfrm>
                <a:off x="4679575" y="3975014"/>
                <a:ext cx="2814197" cy="123111"/>
                <a:chOff x="2937955" y="5549927"/>
                <a:chExt cx="2814197" cy="123111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F275833-F2BF-C5C2-6C7C-DD27C9E2A541}"/>
                    </a:ext>
                  </a:extLst>
                </p:cNvPr>
                <p:cNvSpPr txBox="1"/>
                <p:nvPr/>
              </p:nvSpPr>
              <p:spPr>
                <a:xfrm>
                  <a:off x="2937955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input[1][0]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CC7E3E6-E676-19F0-3B2E-56B9969925D9}"/>
                    </a:ext>
                  </a:extLst>
                </p:cNvPr>
                <p:cNvSpPr txBox="1"/>
                <p:nvPr/>
              </p:nvSpPr>
              <p:spPr>
                <a:xfrm>
                  <a:off x="3890962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input[1][1]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8115FF4-3DDD-3FAE-560B-1C0B240D5A63}"/>
                    </a:ext>
                  </a:extLst>
                </p:cNvPr>
                <p:cNvSpPr txBox="1"/>
                <p:nvPr/>
              </p:nvSpPr>
              <p:spPr>
                <a:xfrm>
                  <a:off x="48439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input[1][2]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73254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BF209-B3B4-D0A9-F896-BCF61887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265DFD98-AD3F-48DD-5E96-E0798BC61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54159246-CDC1-6743-88AF-FDFBBB53E8F6}"/>
              </a:ext>
            </a:extLst>
          </p:cNvPr>
          <p:cNvGrpSpPr/>
          <p:nvPr/>
        </p:nvGrpSpPr>
        <p:grpSpPr>
          <a:xfrm>
            <a:off x="4940267" y="2285967"/>
            <a:ext cx="2311465" cy="2286065"/>
            <a:chOff x="5337110" y="2510646"/>
            <a:chExt cx="2311465" cy="2286065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E4F5267-B62A-5278-676E-F53E937350AC}"/>
                </a:ext>
              </a:extLst>
            </p:cNvPr>
            <p:cNvSpPr/>
            <p:nvPr/>
          </p:nvSpPr>
          <p:spPr>
            <a:xfrm>
              <a:off x="5337110" y="25106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F273333-E5DD-4FA7-CC4B-64CFB4E493D3}"/>
                </a:ext>
              </a:extLst>
            </p:cNvPr>
            <p:cNvSpPr/>
            <p:nvPr/>
          </p:nvSpPr>
          <p:spPr>
            <a:xfrm>
              <a:off x="5337110" y="297737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E43F84A-577F-67D9-5C16-E2BD5B2F4ECF}"/>
                </a:ext>
              </a:extLst>
            </p:cNvPr>
            <p:cNvSpPr/>
            <p:nvPr/>
          </p:nvSpPr>
          <p:spPr>
            <a:xfrm>
              <a:off x="5337110" y="344409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F760BA8-C1E3-A3BE-26F0-DD6256200329}"/>
                </a:ext>
              </a:extLst>
            </p:cNvPr>
            <p:cNvSpPr/>
            <p:nvPr/>
          </p:nvSpPr>
          <p:spPr>
            <a:xfrm>
              <a:off x="5337110" y="391082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81AD50D-57DB-8BB3-609C-B863D5FA838A}"/>
                </a:ext>
              </a:extLst>
            </p:cNvPr>
            <p:cNvSpPr/>
            <p:nvPr/>
          </p:nvSpPr>
          <p:spPr>
            <a:xfrm>
              <a:off x="5337110" y="43775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9F32159-BD4E-DD6D-8D85-E6826935C010}"/>
                </a:ext>
              </a:extLst>
            </p:cNvPr>
            <p:cNvSpPr/>
            <p:nvPr/>
          </p:nvSpPr>
          <p:spPr>
            <a:xfrm>
              <a:off x="5810185" y="25106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17EB509-2D14-DE51-D1E0-18B5AF8CE58F}"/>
                </a:ext>
              </a:extLst>
            </p:cNvPr>
            <p:cNvSpPr/>
            <p:nvPr/>
          </p:nvSpPr>
          <p:spPr>
            <a:xfrm>
              <a:off x="5810185" y="297737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B4D2AD54-3401-C0BA-294E-D7BCEC20E23D}"/>
                </a:ext>
              </a:extLst>
            </p:cNvPr>
            <p:cNvSpPr/>
            <p:nvPr/>
          </p:nvSpPr>
          <p:spPr>
            <a:xfrm>
              <a:off x="5810185" y="344409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1F1E174-C124-5F4E-4F2A-03BB0AFD133A}"/>
                </a:ext>
              </a:extLst>
            </p:cNvPr>
            <p:cNvSpPr/>
            <p:nvPr/>
          </p:nvSpPr>
          <p:spPr>
            <a:xfrm>
              <a:off x="5810185" y="391082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FD37A62-C943-8776-4A94-A8DE60FAAC2F}"/>
                </a:ext>
              </a:extLst>
            </p:cNvPr>
            <p:cNvSpPr/>
            <p:nvPr/>
          </p:nvSpPr>
          <p:spPr>
            <a:xfrm>
              <a:off x="5810185" y="43775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AB0A39-E762-3CD2-CC9F-61D64ACF9747}"/>
                </a:ext>
              </a:extLst>
            </p:cNvPr>
            <p:cNvSpPr/>
            <p:nvPr/>
          </p:nvSpPr>
          <p:spPr>
            <a:xfrm>
              <a:off x="6283260" y="25106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3B374D2-FE67-671B-E404-A98571F268AB}"/>
                </a:ext>
              </a:extLst>
            </p:cNvPr>
            <p:cNvSpPr/>
            <p:nvPr/>
          </p:nvSpPr>
          <p:spPr>
            <a:xfrm>
              <a:off x="6283260" y="297737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A510D01A-AA98-0777-96D8-9AEC16A992AE}"/>
                </a:ext>
              </a:extLst>
            </p:cNvPr>
            <p:cNvSpPr/>
            <p:nvPr/>
          </p:nvSpPr>
          <p:spPr>
            <a:xfrm>
              <a:off x="6283260" y="344409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9F9E9E21-D3AC-D4E1-D018-3BCF17409470}"/>
                </a:ext>
              </a:extLst>
            </p:cNvPr>
            <p:cNvSpPr/>
            <p:nvPr/>
          </p:nvSpPr>
          <p:spPr>
            <a:xfrm>
              <a:off x="6283260" y="391082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2C33442-8FE3-D74D-CE75-260A4695D7A0}"/>
                </a:ext>
              </a:extLst>
            </p:cNvPr>
            <p:cNvSpPr/>
            <p:nvPr/>
          </p:nvSpPr>
          <p:spPr>
            <a:xfrm>
              <a:off x="6283260" y="43775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9A38851A-C049-3DCE-0D31-EA146672B58A}"/>
                </a:ext>
              </a:extLst>
            </p:cNvPr>
            <p:cNvSpPr/>
            <p:nvPr/>
          </p:nvSpPr>
          <p:spPr>
            <a:xfrm>
              <a:off x="6756335" y="25106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CD780E5E-E871-2926-2275-B9E1F196C171}"/>
                </a:ext>
              </a:extLst>
            </p:cNvPr>
            <p:cNvSpPr/>
            <p:nvPr/>
          </p:nvSpPr>
          <p:spPr>
            <a:xfrm>
              <a:off x="6756335" y="297737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F68135C-4548-23FD-040D-21221DB9285B}"/>
                </a:ext>
              </a:extLst>
            </p:cNvPr>
            <p:cNvSpPr/>
            <p:nvPr/>
          </p:nvSpPr>
          <p:spPr>
            <a:xfrm>
              <a:off x="6756335" y="344409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15B627C-B85E-E541-C314-F6EAD0F82AC2}"/>
                </a:ext>
              </a:extLst>
            </p:cNvPr>
            <p:cNvSpPr/>
            <p:nvPr/>
          </p:nvSpPr>
          <p:spPr>
            <a:xfrm>
              <a:off x="6756335" y="391082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7BB3C25C-C2A3-39A6-6080-0B4E089E95B0}"/>
                </a:ext>
              </a:extLst>
            </p:cNvPr>
            <p:cNvSpPr/>
            <p:nvPr/>
          </p:nvSpPr>
          <p:spPr>
            <a:xfrm>
              <a:off x="6756335" y="43775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39DA239-5C8E-5ED4-0BC8-5899977B2B64}"/>
                </a:ext>
              </a:extLst>
            </p:cNvPr>
            <p:cNvSpPr/>
            <p:nvPr/>
          </p:nvSpPr>
          <p:spPr>
            <a:xfrm>
              <a:off x="7229410" y="25106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82416E0-DC9B-BDCB-D74C-006853681A02}"/>
                </a:ext>
              </a:extLst>
            </p:cNvPr>
            <p:cNvSpPr/>
            <p:nvPr/>
          </p:nvSpPr>
          <p:spPr>
            <a:xfrm>
              <a:off x="7229410" y="297737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90A2CD9-5222-3648-B2C5-1DFB6B846BEC}"/>
                </a:ext>
              </a:extLst>
            </p:cNvPr>
            <p:cNvSpPr/>
            <p:nvPr/>
          </p:nvSpPr>
          <p:spPr>
            <a:xfrm>
              <a:off x="7229410" y="344409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5688BDF-5713-F260-2D1B-78271E788072}"/>
                </a:ext>
              </a:extLst>
            </p:cNvPr>
            <p:cNvSpPr/>
            <p:nvPr/>
          </p:nvSpPr>
          <p:spPr>
            <a:xfrm>
              <a:off x="7229410" y="391082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1A1F0998-8ACC-F054-48BA-293314D0FEDF}"/>
                </a:ext>
              </a:extLst>
            </p:cNvPr>
            <p:cNvSpPr/>
            <p:nvPr/>
          </p:nvSpPr>
          <p:spPr>
            <a:xfrm>
              <a:off x="7229410" y="43775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A3E2E31D-1C24-FBA0-E7EA-CB21FF3478C7}"/>
              </a:ext>
            </a:extLst>
          </p:cNvPr>
          <p:cNvSpPr txBox="1"/>
          <p:nvPr/>
        </p:nvSpPr>
        <p:spPr>
          <a:xfrm>
            <a:off x="3571270" y="679042"/>
            <a:ext cx="504945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and that’s the point; it acts like a table.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 a table, this is a </a:t>
            </a:r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row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(horizontal)</a:t>
            </a:r>
          </a:p>
        </p:txBody>
      </p:sp>
    </p:spTree>
    <p:extLst>
      <p:ext uri="{BB962C8B-B14F-4D97-AF65-F5344CB8AC3E}">
        <p14:creationId xmlns:p14="http://schemas.microsoft.com/office/powerpoint/2010/main" val="37950351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F31DE-618E-2F43-D38A-44D240035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8E11768-0980-DF62-F994-1F034E9D2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F9530AC8-BEEF-39FE-DB15-1E9950225937}"/>
              </a:ext>
            </a:extLst>
          </p:cNvPr>
          <p:cNvGrpSpPr/>
          <p:nvPr/>
        </p:nvGrpSpPr>
        <p:grpSpPr>
          <a:xfrm>
            <a:off x="4940267" y="2285967"/>
            <a:ext cx="2311465" cy="2286065"/>
            <a:chOff x="5337110" y="2510646"/>
            <a:chExt cx="2311465" cy="2286065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7C0AD54-1DBA-95C8-94F2-042169FEDB44}"/>
                </a:ext>
              </a:extLst>
            </p:cNvPr>
            <p:cNvSpPr/>
            <p:nvPr/>
          </p:nvSpPr>
          <p:spPr>
            <a:xfrm>
              <a:off x="5337110" y="25106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B336250-073A-7629-DBDC-5FDD62B10EDA}"/>
                </a:ext>
              </a:extLst>
            </p:cNvPr>
            <p:cNvSpPr/>
            <p:nvPr/>
          </p:nvSpPr>
          <p:spPr>
            <a:xfrm>
              <a:off x="5337110" y="297737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163958C-1FB9-29D5-362F-6C047E23B3D7}"/>
                </a:ext>
              </a:extLst>
            </p:cNvPr>
            <p:cNvSpPr/>
            <p:nvPr/>
          </p:nvSpPr>
          <p:spPr>
            <a:xfrm>
              <a:off x="5337110" y="344409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B6FC149-8F06-7F32-32ED-08F1567E7054}"/>
                </a:ext>
              </a:extLst>
            </p:cNvPr>
            <p:cNvSpPr/>
            <p:nvPr/>
          </p:nvSpPr>
          <p:spPr>
            <a:xfrm>
              <a:off x="5337110" y="391082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FF8D6F8-DBC0-7074-4D7B-7B7BF658298B}"/>
                </a:ext>
              </a:extLst>
            </p:cNvPr>
            <p:cNvSpPr/>
            <p:nvPr/>
          </p:nvSpPr>
          <p:spPr>
            <a:xfrm>
              <a:off x="5337110" y="43775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7CE2425-8C80-0B20-C44D-B61D85D40FB5}"/>
                </a:ext>
              </a:extLst>
            </p:cNvPr>
            <p:cNvSpPr/>
            <p:nvPr/>
          </p:nvSpPr>
          <p:spPr>
            <a:xfrm>
              <a:off x="5810185" y="25106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F9F6744-E20B-57CC-C59A-0A40FFF0A67A}"/>
                </a:ext>
              </a:extLst>
            </p:cNvPr>
            <p:cNvSpPr/>
            <p:nvPr/>
          </p:nvSpPr>
          <p:spPr>
            <a:xfrm>
              <a:off x="5810185" y="297737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7EABA23-FEC7-CC46-A817-51F4AFBFBE11}"/>
                </a:ext>
              </a:extLst>
            </p:cNvPr>
            <p:cNvSpPr/>
            <p:nvPr/>
          </p:nvSpPr>
          <p:spPr>
            <a:xfrm>
              <a:off x="5810185" y="344409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29C4D30-6A19-2D31-E399-26DFA25395B2}"/>
                </a:ext>
              </a:extLst>
            </p:cNvPr>
            <p:cNvSpPr/>
            <p:nvPr/>
          </p:nvSpPr>
          <p:spPr>
            <a:xfrm>
              <a:off x="5810185" y="391082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E23406E-CE56-5B20-2447-971C592B0F60}"/>
                </a:ext>
              </a:extLst>
            </p:cNvPr>
            <p:cNvSpPr/>
            <p:nvPr/>
          </p:nvSpPr>
          <p:spPr>
            <a:xfrm>
              <a:off x="5810185" y="43775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ACA3369-18E4-9021-F913-4A616E99FD48}"/>
                </a:ext>
              </a:extLst>
            </p:cNvPr>
            <p:cNvSpPr/>
            <p:nvPr/>
          </p:nvSpPr>
          <p:spPr>
            <a:xfrm>
              <a:off x="6283260" y="25106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88C2A61-DCF7-EEC9-8AE4-3646F9275A36}"/>
                </a:ext>
              </a:extLst>
            </p:cNvPr>
            <p:cNvSpPr/>
            <p:nvPr/>
          </p:nvSpPr>
          <p:spPr>
            <a:xfrm>
              <a:off x="6283260" y="297737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59DF1EB-20DB-E096-A0D9-737B5F9C82D7}"/>
                </a:ext>
              </a:extLst>
            </p:cNvPr>
            <p:cNvSpPr/>
            <p:nvPr/>
          </p:nvSpPr>
          <p:spPr>
            <a:xfrm>
              <a:off x="6283260" y="344409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065E332-A2C2-CC56-C1C0-466373839AED}"/>
                </a:ext>
              </a:extLst>
            </p:cNvPr>
            <p:cNvSpPr/>
            <p:nvPr/>
          </p:nvSpPr>
          <p:spPr>
            <a:xfrm>
              <a:off x="6283260" y="391082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E9012878-783D-83D1-31F0-8BF944189EB0}"/>
                </a:ext>
              </a:extLst>
            </p:cNvPr>
            <p:cNvSpPr/>
            <p:nvPr/>
          </p:nvSpPr>
          <p:spPr>
            <a:xfrm>
              <a:off x="6283260" y="43775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F688764-7C6A-D6D8-E701-4CB298390BB1}"/>
                </a:ext>
              </a:extLst>
            </p:cNvPr>
            <p:cNvSpPr/>
            <p:nvPr/>
          </p:nvSpPr>
          <p:spPr>
            <a:xfrm>
              <a:off x="6756335" y="25106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D44E316-9A27-363E-F0F6-068A879352FE}"/>
                </a:ext>
              </a:extLst>
            </p:cNvPr>
            <p:cNvSpPr/>
            <p:nvPr/>
          </p:nvSpPr>
          <p:spPr>
            <a:xfrm>
              <a:off x="6756335" y="297737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1A635B-D823-3552-ACB2-583127C85D81}"/>
                </a:ext>
              </a:extLst>
            </p:cNvPr>
            <p:cNvSpPr/>
            <p:nvPr/>
          </p:nvSpPr>
          <p:spPr>
            <a:xfrm>
              <a:off x="6756335" y="344409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1C6500DA-E0AA-3BEF-A89C-D129D7E40517}"/>
                </a:ext>
              </a:extLst>
            </p:cNvPr>
            <p:cNvSpPr/>
            <p:nvPr/>
          </p:nvSpPr>
          <p:spPr>
            <a:xfrm>
              <a:off x="6756335" y="391082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A721FF5C-7F4D-CE49-B185-C7B96BF1A730}"/>
                </a:ext>
              </a:extLst>
            </p:cNvPr>
            <p:cNvSpPr/>
            <p:nvPr/>
          </p:nvSpPr>
          <p:spPr>
            <a:xfrm>
              <a:off x="6756335" y="43775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BACF058-5C47-37C6-6DC2-C895844C6599}"/>
                </a:ext>
              </a:extLst>
            </p:cNvPr>
            <p:cNvSpPr/>
            <p:nvPr/>
          </p:nvSpPr>
          <p:spPr>
            <a:xfrm>
              <a:off x="7229410" y="25106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806721CD-7DB1-F016-6DA8-972F433EDBEA}"/>
                </a:ext>
              </a:extLst>
            </p:cNvPr>
            <p:cNvSpPr/>
            <p:nvPr/>
          </p:nvSpPr>
          <p:spPr>
            <a:xfrm>
              <a:off x="7229410" y="297737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F3E5ACA-B60B-D1B6-B049-A96763B98C57}"/>
                </a:ext>
              </a:extLst>
            </p:cNvPr>
            <p:cNvSpPr/>
            <p:nvPr/>
          </p:nvSpPr>
          <p:spPr>
            <a:xfrm>
              <a:off x="7229410" y="344409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71CBDF2-3B02-D530-43EF-52A2CB627A01}"/>
                </a:ext>
              </a:extLst>
            </p:cNvPr>
            <p:cNvSpPr/>
            <p:nvPr/>
          </p:nvSpPr>
          <p:spPr>
            <a:xfrm>
              <a:off x="7229410" y="3910821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4B9A36F-E558-7D26-05EC-5D326FC0B325}"/>
                </a:ext>
              </a:extLst>
            </p:cNvPr>
            <p:cNvSpPr/>
            <p:nvPr/>
          </p:nvSpPr>
          <p:spPr>
            <a:xfrm>
              <a:off x="7229410" y="4377546"/>
              <a:ext cx="419165" cy="419165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00FE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1E114780-8CA0-9666-A2BC-13DC22A802AC}"/>
              </a:ext>
            </a:extLst>
          </p:cNvPr>
          <p:cNvSpPr txBox="1"/>
          <p:nvPr/>
        </p:nvSpPr>
        <p:spPr>
          <a:xfrm>
            <a:off x="3571270" y="679042"/>
            <a:ext cx="504945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and this is a </a:t>
            </a:r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column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(vertical)</a:t>
            </a:r>
          </a:p>
        </p:txBody>
      </p:sp>
    </p:spTree>
    <p:extLst>
      <p:ext uri="{BB962C8B-B14F-4D97-AF65-F5344CB8AC3E}">
        <p14:creationId xmlns:p14="http://schemas.microsoft.com/office/powerpoint/2010/main" val="20837239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4DCA5-7463-3C41-CE13-D10B0527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6353485-657A-6961-4EF3-BE0F95C86FEA}"/>
              </a:ext>
            </a:extLst>
          </p:cNvPr>
          <p:cNvSpPr txBox="1"/>
          <p:nvPr/>
        </p:nvSpPr>
        <p:spPr>
          <a:xfrm>
            <a:off x="2101340" y="2040865"/>
            <a:ext cx="79893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let’s say we want to get that 6</a:t>
            </a:r>
            <a:r>
              <a:rPr lang="en-PH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  <a:p>
            <a:pPr algn="ctr"/>
            <a:r>
              <a:rPr lang="en-PH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visually, we can tell where it is. But the code can’t, and we need to explicitly tell it.</a:t>
            </a:r>
            <a:endParaRPr lang="en-US" sz="1200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EAF99BE-63FC-C39C-22C8-3224648B0B7D}"/>
              </a:ext>
            </a:extLst>
          </p:cNvPr>
          <p:cNvGrpSpPr/>
          <p:nvPr/>
        </p:nvGrpSpPr>
        <p:grpSpPr>
          <a:xfrm>
            <a:off x="4679575" y="2759876"/>
            <a:ext cx="2832849" cy="2553388"/>
            <a:chOff x="4679575" y="2759876"/>
            <a:chExt cx="2832849" cy="2553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E31D7E-76FF-37EB-3FF2-CBC94F604CB0}"/>
                </a:ext>
              </a:extLst>
            </p:cNvPr>
            <p:cNvSpPr txBox="1"/>
            <p:nvPr/>
          </p:nvSpPr>
          <p:spPr>
            <a:xfrm>
              <a:off x="4679575" y="2759876"/>
              <a:ext cx="283284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026BC4E-F3D0-7DDD-D78C-7E8D2C44678D}"/>
                </a:ext>
              </a:extLst>
            </p:cNvPr>
            <p:cNvGrpSpPr/>
            <p:nvPr/>
          </p:nvGrpSpPr>
          <p:grpSpPr>
            <a:xfrm>
              <a:off x="4679575" y="2971800"/>
              <a:ext cx="2832849" cy="1126325"/>
              <a:chOff x="4679575" y="2971800"/>
              <a:chExt cx="2832849" cy="112632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8E84354-DAC3-4DB4-5B12-1C04EEB7D3A0}"/>
                  </a:ext>
                </a:extLst>
              </p:cNvPr>
              <p:cNvGrpSpPr/>
              <p:nvPr/>
            </p:nvGrpSpPr>
            <p:grpSpPr>
              <a:xfrm>
                <a:off x="4679576" y="2971800"/>
                <a:ext cx="2832848" cy="914400"/>
                <a:chOff x="4222376" y="2420471"/>
                <a:chExt cx="2832848" cy="914400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E04AE16E-87FC-B233-B6FF-68611ADC856F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951C6368-B2A8-42D6-A987-66E9E8208DF3}"/>
                    </a:ext>
                  </a:extLst>
                </p:cNvPr>
                <p:cNvSpPr/>
                <p:nvPr/>
              </p:nvSpPr>
              <p:spPr>
                <a:xfrm>
                  <a:off x="5181600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1417EBCB-3E1B-DB36-68DD-AE49891B7C06}"/>
                    </a:ext>
                  </a:extLst>
                </p:cNvPr>
                <p:cNvSpPr/>
                <p:nvPr/>
              </p:nvSpPr>
              <p:spPr>
                <a:xfrm>
                  <a:off x="6140824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8BFC5F2-C1C0-F321-D7A0-C5934904A000}"/>
                  </a:ext>
                </a:extLst>
              </p:cNvPr>
              <p:cNvGrpSpPr/>
              <p:nvPr/>
            </p:nvGrpSpPr>
            <p:grpSpPr>
              <a:xfrm>
                <a:off x="4679575" y="3975014"/>
                <a:ext cx="2814197" cy="123111"/>
                <a:chOff x="2937955" y="5549927"/>
                <a:chExt cx="2814197" cy="123111"/>
              </a:xfrm>
            </p:grpSpPr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A6E07D5-8A66-FB6A-5569-79BE8E5E83D9}"/>
                    </a:ext>
                  </a:extLst>
                </p:cNvPr>
                <p:cNvSpPr txBox="1"/>
                <p:nvPr/>
              </p:nvSpPr>
              <p:spPr>
                <a:xfrm>
                  <a:off x="2937955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input[0][0]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5C8EE79-68CB-B688-06FC-06F994513E74}"/>
                    </a:ext>
                  </a:extLst>
                </p:cNvPr>
                <p:cNvSpPr txBox="1"/>
                <p:nvPr/>
              </p:nvSpPr>
              <p:spPr>
                <a:xfrm>
                  <a:off x="3890962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input[0][1]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1D35D6F-B761-ED9A-B424-279F4808C7E7}"/>
                    </a:ext>
                  </a:extLst>
                </p:cNvPr>
                <p:cNvSpPr txBox="1"/>
                <p:nvPr/>
              </p:nvSpPr>
              <p:spPr>
                <a:xfrm>
                  <a:off x="48439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input[0][2]</a:t>
                  </a:r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265A5FC-D62A-49B8-D2D6-D3DB8CD873F5}"/>
                </a:ext>
              </a:extLst>
            </p:cNvPr>
            <p:cNvGrpSpPr/>
            <p:nvPr/>
          </p:nvGrpSpPr>
          <p:grpSpPr>
            <a:xfrm>
              <a:off x="4679575" y="4186939"/>
              <a:ext cx="2832849" cy="1126325"/>
              <a:chOff x="4679575" y="2971800"/>
              <a:chExt cx="2832849" cy="112632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28286BD-BBE3-5275-CF51-24165402548B}"/>
                  </a:ext>
                </a:extLst>
              </p:cNvPr>
              <p:cNvGrpSpPr/>
              <p:nvPr/>
            </p:nvGrpSpPr>
            <p:grpSpPr>
              <a:xfrm>
                <a:off x="4679576" y="2971800"/>
                <a:ext cx="2832848" cy="914400"/>
                <a:chOff x="4222376" y="2420471"/>
                <a:chExt cx="2832848" cy="914400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2F0B7505-077C-8C93-64F8-0C63F906C5D0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72461CDB-19BF-7B28-1337-52580493A85B}"/>
                    </a:ext>
                  </a:extLst>
                </p:cNvPr>
                <p:cNvSpPr/>
                <p:nvPr/>
              </p:nvSpPr>
              <p:spPr>
                <a:xfrm>
                  <a:off x="5181600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8B00115C-282C-0495-4401-D46AC3D7FEFF}"/>
                    </a:ext>
                  </a:extLst>
                </p:cNvPr>
                <p:cNvSpPr/>
                <p:nvPr/>
              </p:nvSpPr>
              <p:spPr>
                <a:xfrm>
                  <a:off x="6140824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6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5E06318-1F65-6014-9DDE-4DA668A06FE0}"/>
                  </a:ext>
                </a:extLst>
              </p:cNvPr>
              <p:cNvGrpSpPr/>
              <p:nvPr/>
            </p:nvGrpSpPr>
            <p:grpSpPr>
              <a:xfrm>
                <a:off x="4679575" y="3975014"/>
                <a:ext cx="2814197" cy="123111"/>
                <a:chOff x="2937955" y="5549927"/>
                <a:chExt cx="2814197" cy="123111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6D2CE3D-3B0B-50DC-DC44-127DE54C0EA6}"/>
                    </a:ext>
                  </a:extLst>
                </p:cNvPr>
                <p:cNvSpPr txBox="1"/>
                <p:nvPr/>
              </p:nvSpPr>
              <p:spPr>
                <a:xfrm>
                  <a:off x="2937955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input[1][0]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10E3FBA-5D95-5AD8-C3EE-1183D4E92399}"/>
                    </a:ext>
                  </a:extLst>
                </p:cNvPr>
                <p:cNvSpPr txBox="1"/>
                <p:nvPr/>
              </p:nvSpPr>
              <p:spPr>
                <a:xfrm>
                  <a:off x="3890962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input[1][1]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29B596B-0C6F-E165-E627-2B6575775698}"/>
                    </a:ext>
                  </a:extLst>
                </p:cNvPr>
                <p:cNvSpPr txBox="1"/>
                <p:nvPr/>
              </p:nvSpPr>
              <p:spPr>
                <a:xfrm>
                  <a:off x="48439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input[1][2]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58742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EDA4-55F3-07F3-BCD0-6D44F042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7416582-6EB9-093A-F8CB-B4EEC9FC7F10}"/>
              </a:ext>
            </a:extLst>
          </p:cNvPr>
          <p:cNvGrpSpPr/>
          <p:nvPr/>
        </p:nvGrpSpPr>
        <p:grpSpPr>
          <a:xfrm>
            <a:off x="4679575" y="3625570"/>
            <a:ext cx="2832849" cy="2553388"/>
            <a:chOff x="4679575" y="2759876"/>
            <a:chExt cx="2832849" cy="2553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B5F62AB-A1EF-2F74-D2E4-1BDA6637B2C7}"/>
                </a:ext>
              </a:extLst>
            </p:cNvPr>
            <p:cNvSpPr txBox="1"/>
            <p:nvPr/>
          </p:nvSpPr>
          <p:spPr>
            <a:xfrm>
              <a:off x="4679575" y="2759876"/>
              <a:ext cx="283284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C3D9E38-3625-2DBC-6A9A-C06B57FFFABB}"/>
                </a:ext>
              </a:extLst>
            </p:cNvPr>
            <p:cNvGrpSpPr/>
            <p:nvPr/>
          </p:nvGrpSpPr>
          <p:grpSpPr>
            <a:xfrm>
              <a:off x="4679575" y="2971800"/>
              <a:ext cx="2832849" cy="1126325"/>
              <a:chOff x="4679575" y="2971800"/>
              <a:chExt cx="2832849" cy="112632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77C778B-8293-FEBB-85A5-4F404BD82080}"/>
                  </a:ext>
                </a:extLst>
              </p:cNvPr>
              <p:cNvGrpSpPr/>
              <p:nvPr/>
            </p:nvGrpSpPr>
            <p:grpSpPr>
              <a:xfrm>
                <a:off x="4679576" y="2971800"/>
                <a:ext cx="2832848" cy="914400"/>
                <a:chOff x="4222376" y="2420471"/>
                <a:chExt cx="2832848" cy="914400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D684B26F-CB83-A3E7-509D-C255E81DA3C3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60B6D70E-06B3-DA06-8D59-31A449E1FFA3}"/>
                    </a:ext>
                  </a:extLst>
                </p:cNvPr>
                <p:cNvSpPr/>
                <p:nvPr/>
              </p:nvSpPr>
              <p:spPr>
                <a:xfrm>
                  <a:off x="5181600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0BA994F7-A563-9CA0-2BC4-4AE21573FCC3}"/>
                    </a:ext>
                  </a:extLst>
                </p:cNvPr>
                <p:cNvSpPr/>
                <p:nvPr/>
              </p:nvSpPr>
              <p:spPr>
                <a:xfrm>
                  <a:off x="6140824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541C71EC-CA34-9ECD-11FC-C9BB55BE9F83}"/>
                  </a:ext>
                </a:extLst>
              </p:cNvPr>
              <p:cNvGrpSpPr/>
              <p:nvPr/>
            </p:nvGrpSpPr>
            <p:grpSpPr>
              <a:xfrm>
                <a:off x="4679575" y="3975014"/>
                <a:ext cx="2814197" cy="123111"/>
                <a:chOff x="2937955" y="5549927"/>
                <a:chExt cx="2814197" cy="123111"/>
              </a:xfrm>
            </p:grpSpPr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8CDFABA-167A-8B85-421F-1297DEA5CE15}"/>
                    </a:ext>
                  </a:extLst>
                </p:cNvPr>
                <p:cNvSpPr txBox="1"/>
                <p:nvPr/>
              </p:nvSpPr>
              <p:spPr>
                <a:xfrm>
                  <a:off x="2937955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input[0][0]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00A9C25-3151-257F-8B1E-C6D369AF1EAC}"/>
                    </a:ext>
                  </a:extLst>
                </p:cNvPr>
                <p:cNvSpPr txBox="1"/>
                <p:nvPr/>
              </p:nvSpPr>
              <p:spPr>
                <a:xfrm>
                  <a:off x="3890962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input[0][1]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26658A9-6DE6-DA2B-315C-004A75E6C9B0}"/>
                    </a:ext>
                  </a:extLst>
                </p:cNvPr>
                <p:cNvSpPr txBox="1"/>
                <p:nvPr/>
              </p:nvSpPr>
              <p:spPr>
                <a:xfrm>
                  <a:off x="48439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input[0][2]</a:t>
                  </a:r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DABD1D6-F8E6-C891-F8C9-262FCD3411AB}"/>
                </a:ext>
              </a:extLst>
            </p:cNvPr>
            <p:cNvGrpSpPr/>
            <p:nvPr/>
          </p:nvGrpSpPr>
          <p:grpSpPr>
            <a:xfrm>
              <a:off x="4679575" y="4186939"/>
              <a:ext cx="2832849" cy="1126325"/>
              <a:chOff x="4679575" y="2971800"/>
              <a:chExt cx="2832849" cy="112632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7C31F0E-161B-B3DB-5306-AC75AF940E56}"/>
                  </a:ext>
                </a:extLst>
              </p:cNvPr>
              <p:cNvGrpSpPr/>
              <p:nvPr/>
            </p:nvGrpSpPr>
            <p:grpSpPr>
              <a:xfrm>
                <a:off x="4679576" y="2971800"/>
                <a:ext cx="2832848" cy="914400"/>
                <a:chOff x="4222376" y="2420471"/>
                <a:chExt cx="2832848" cy="914400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5CA1F847-8310-62CC-D77A-3B2ECA9703AF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rgbClr val="00FE8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0936BEF4-DCC9-1EF4-7392-C712E103106A}"/>
                    </a:ext>
                  </a:extLst>
                </p:cNvPr>
                <p:cNvSpPr/>
                <p:nvPr/>
              </p:nvSpPr>
              <p:spPr>
                <a:xfrm>
                  <a:off x="5181600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rgbClr val="00FE8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D7B3924C-54B9-6BE2-5F73-45298493BDF7}"/>
                    </a:ext>
                  </a:extLst>
                </p:cNvPr>
                <p:cNvSpPr/>
                <p:nvPr/>
              </p:nvSpPr>
              <p:spPr>
                <a:xfrm>
                  <a:off x="6140824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rgbClr val="00FE8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6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D4A6C7A-C388-84A7-8F0F-63E853706114}"/>
                  </a:ext>
                </a:extLst>
              </p:cNvPr>
              <p:cNvGrpSpPr/>
              <p:nvPr/>
            </p:nvGrpSpPr>
            <p:grpSpPr>
              <a:xfrm>
                <a:off x="4679575" y="3975014"/>
                <a:ext cx="2814197" cy="123111"/>
                <a:chOff x="2937955" y="5549927"/>
                <a:chExt cx="2814197" cy="123111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3849C42-9301-34D1-533F-ED5E5A66399C}"/>
                    </a:ext>
                  </a:extLst>
                </p:cNvPr>
                <p:cNvSpPr txBox="1"/>
                <p:nvPr/>
              </p:nvSpPr>
              <p:spPr>
                <a:xfrm>
                  <a:off x="2937955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input[1][0]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F1B16F1-A675-2B2C-1097-59B5B7E022EE}"/>
                    </a:ext>
                  </a:extLst>
                </p:cNvPr>
                <p:cNvSpPr txBox="1"/>
                <p:nvPr/>
              </p:nvSpPr>
              <p:spPr>
                <a:xfrm>
                  <a:off x="3890962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input[1][1]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AF10304-42E9-5E1D-C73F-A5BB1D8C7382}"/>
                    </a:ext>
                  </a:extLst>
                </p:cNvPr>
                <p:cNvSpPr txBox="1"/>
                <p:nvPr/>
              </p:nvSpPr>
              <p:spPr>
                <a:xfrm>
                  <a:off x="48439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input[1][2]</a:t>
                  </a:r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8E01A6-D521-9AE3-4D92-945AE8C2452B}"/>
              </a:ext>
            </a:extLst>
          </p:cNvPr>
          <p:cNvSpPr txBox="1"/>
          <p:nvPr/>
        </p:nvSpPr>
        <p:spPr>
          <a:xfrm>
            <a:off x="3571270" y="679042"/>
            <a:ext cx="504945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how does the syntax work this time?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notice it uses double square brackets; the first bracket asks you “which row of the array we are accessing?”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6 is at the 2nd row. but arrays are zero indexed, so subtract by 1.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AACB9-BEE7-EE0E-B0E4-506280993A47}"/>
              </a:ext>
            </a:extLst>
          </p:cNvPr>
          <p:cNvSpPr txBox="1"/>
          <p:nvPr/>
        </p:nvSpPr>
        <p:spPr>
          <a:xfrm>
            <a:off x="2181223" y="2673766"/>
            <a:ext cx="78295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input[1]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[0]</a:t>
            </a:r>
          </a:p>
        </p:txBody>
      </p:sp>
    </p:spTree>
    <p:extLst>
      <p:ext uri="{BB962C8B-B14F-4D97-AF65-F5344CB8AC3E}">
        <p14:creationId xmlns:p14="http://schemas.microsoft.com/office/powerpoint/2010/main" val="1156845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8367-6A09-308E-68DA-B1440E8C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4BB7B57-0268-B456-8175-5095A1770B9D}"/>
              </a:ext>
            </a:extLst>
          </p:cNvPr>
          <p:cNvGrpSpPr/>
          <p:nvPr/>
        </p:nvGrpSpPr>
        <p:grpSpPr>
          <a:xfrm>
            <a:off x="4679575" y="3625570"/>
            <a:ext cx="2832849" cy="2553388"/>
            <a:chOff x="4679575" y="2759876"/>
            <a:chExt cx="2832849" cy="2553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F33424-11FF-C2D7-19AA-5D04B06E23E1}"/>
                </a:ext>
              </a:extLst>
            </p:cNvPr>
            <p:cNvSpPr txBox="1"/>
            <p:nvPr/>
          </p:nvSpPr>
          <p:spPr>
            <a:xfrm>
              <a:off x="4679575" y="2759876"/>
              <a:ext cx="283284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E18C950-C757-584C-7ACE-062CC391F9AF}"/>
                </a:ext>
              </a:extLst>
            </p:cNvPr>
            <p:cNvGrpSpPr/>
            <p:nvPr/>
          </p:nvGrpSpPr>
          <p:grpSpPr>
            <a:xfrm>
              <a:off x="4679575" y="2971800"/>
              <a:ext cx="2832849" cy="1126325"/>
              <a:chOff x="4679575" y="2971800"/>
              <a:chExt cx="2832849" cy="112632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DD6CDF8-3CBD-91D5-B3F2-0A7D925FE6A5}"/>
                  </a:ext>
                </a:extLst>
              </p:cNvPr>
              <p:cNvGrpSpPr/>
              <p:nvPr/>
            </p:nvGrpSpPr>
            <p:grpSpPr>
              <a:xfrm>
                <a:off x="4679576" y="2971800"/>
                <a:ext cx="2832848" cy="914400"/>
                <a:chOff x="4222376" y="2420471"/>
                <a:chExt cx="2832848" cy="914400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62915FF2-9C6F-03E7-B64E-ECD7F73614D0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729772B8-CC4C-39CB-46C4-31C035210CFA}"/>
                    </a:ext>
                  </a:extLst>
                </p:cNvPr>
                <p:cNvSpPr/>
                <p:nvPr/>
              </p:nvSpPr>
              <p:spPr>
                <a:xfrm>
                  <a:off x="5181600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A11913BE-283F-62A8-C213-D09F64C34934}"/>
                    </a:ext>
                  </a:extLst>
                </p:cNvPr>
                <p:cNvSpPr/>
                <p:nvPr/>
              </p:nvSpPr>
              <p:spPr>
                <a:xfrm>
                  <a:off x="6140824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3B83878C-98EA-78B0-EF0F-91826B4245BA}"/>
                  </a:ext>
                </a:extLst>
              </p:cNvPr>
              <p:cNvGrpSpPr/>
              <p:nvPr/>
            </p:nvGrpSpPr>
            <p:grpSpPr>
              <a:xfrm>
                <a:off x="4679575" y="3975014"/>
                <a:ext cx="2814197" cy="123111"/>
                <a:chOff x="2937955" y="5549927"/>
                <a:chExt cx="2814197" cy="123111"/>
              </a:xfrm>
            </p:grpSpPr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479F1DD-A293-EBA2-0306-811B547A9FBF}"/>
                    </a:ext>
                  </a:extLst>
                </p:cNvPr>
                <p:cNvSpPr txBox="1"/>
                <p:nvPr/>
              </p:nvSpPr>
              <p:spPr>
                <a:xfrm>
                  <a:off x="2937955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input[0][0]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EB0686B-690C-C2F9-1ADE-C592A3A0660C}"/>
                    </a:ext>
                  </a:extLst>
                </p:cNvPr>
                <p:cNvSpPr txBox="1"/>
                <p:nvPr/>
              </p:nvSpPr>
              <p:spPr>
                <a:xfrm>
                  <a:off x="3890962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input[0][1]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D04F484-074B-52DB-188E-12E50770655A}"/>
                    </a:ext>
                  </a:extLst>
                </p:cNvPr>
                <p:cNvSpPr txBox="1"/>
                <p:nvPr/>
              </p:nvSpPr>
              <p:spPr>
                <a:xfrm>
                  <a:off x="48439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input[0][2]</a:t>
                  </a:r>
                </a:p>
              </p:txBody>
            </p: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FA71D37-DD79-E6BA-8BA1-307D2EB05792}"/>
                </a:ext>
              </a:extLst>
            </p:cNvPr>
            <p:cNvGrpSpPr/>
            <p:nvPr/>
          </p:nvGrpSpPr>
          <p:grpSpPr>
            <a:xfrm>
              <a:off x="4679575" y="4186939"/>
              <a:ext cx="2832849" cy="1126325"/>
              <a:chOff x="4679575" y="2971800"/>
              <a:chExt cx="2832849" cy="112632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B07088E6-549E-924C-EF69-056E3AFAC88D}"/>
                  </a:ext>
                </a:extLst>
              </p:cNvPr>
              <p:cNvGrpSpPr/>
              <p:nvPr/>
            </p:nvGrpSpPr>
            <p:grpSpPr>
              <a:xfrm>
                <a:off x="4679576" y="2971800"/>
                <a:ext cx="2832848" cy="914400"/>
                <a:chOff x="4222376" y="2420471"/>
                <a:chExt cx="2832848" cy="914400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4E2DD51B-4E7D-0EEA-4736-58F750861A62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184C600D-9A9A-11D5-893B-7079A4A831BD}"/>
                    </a:ext>
                  </a:extLst>
                </p:cNvPr>
                <p:cNvSpPr/>
                <p:nvPr/>
              </p:nvSpPr>
              <p:spPr>
                <a:xfrm>
                  <a:off x="5181600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3600" dirty="0">
                    <a:solidFill>
                      <a:schemeClr val="bg1">
                        <a:lumMod val="50000"/>
                      </a:schemeClr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01919158-7CD6-842B-340A-6B62E1543791}"/>
                    </a:ext>
                  </a:extLst>
                </p:cNvPr>
                <p:cNvSpPr/>
                <p:nvPr/>
              </p:nvSpPr>
              <p:spPr>
                <a:xfrm>
                  <a:off x="6140824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rgbClr val="00FE8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6</a:t>
                  </a:r>
                  <a:endParaRPr lang="en-PH" sz="3600" dirty="0">
                    <a:solidFill>
                      <a:srgbClr val="00FE85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CB2DD6C-10BB-D911-810C-EFB0BD41F6A6}"/>
                  </a:ext>
                </a:extLst>
              </p:cNvPr>
              <p:cNvGrpSpPr/>
              <p:nvPr/>
            </p:nvGrpSpPr>
            <p:grpSpPr>
              <a:xfrm>
                <a:off x="4679575" y="3975014"/>
                <a:ext cx="2814197" cy="123111"/>
                <a:chOff x="2937955" y="5549927"/>
                <a:chExt cx="2814197" cy="123111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7B7D528-C6C5-46CB-F0A2-710196B05BDE}"/>
                    </a:ext>
                  </a:extLst>
                </p:cNvPr>
                <p:cNvSpPr txBox="1"/>
                <p:nvPr/>
              </p:nvSpPr>
              <p:spPr>
                <a:xfrm>
                  <a:off x="2937955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input[1][0]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36D93B4-BB0B-2662-8201-6CB038DB854F}"/>
                    </a:ext>
                  </a:extLst>
                </p:cNvPr>
                <p:cNvSpPr txBox="1"/>
                <p:nvPr/>
              </p:nvSpPr>
              <p:spPr>
                <a:xfrm>
                  <a:off x="3890962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input[1][1]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8BA7118-29D1-0C28-D691-9BB0328D1493}"/>
                    </a:ext>
                  </a:extLst>
                </p:cNvPr>
                <p:cNvSpPr txBox="1"/>
                <p:nvPr/>
              </p:nvSpPr>
              <p:spPr>
                <a:xfrm>
                  <a:off x="48439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rgbClr val="00FE85"/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input[1][2]</a:t>
                  </a:r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BA30659-ACA2-B318-1F7B-969755BA9714}"/>
              </a:ext>
            </a:extLst>
          </p:cNvPr>
          <p:cNvSpPr txBox="1"/>
          <p:nvPr/>
        </p:nvSpPr>
        <p:spPr>
          <a:xfrm>
            <a:off x="3571270" y="679042"/>
            <a:ext cx="504945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how does the syntax work this time?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now, the second bracket asks you “which column of this selected array are we accessing?”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6 is at the third column. but arrays are zero indexed, so subtract by 1.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A8169-163E-2F44-CBB6-1B947359B2C0}"/>
              </a:ext>
            </a:extLst>
          </p:cNvPr>
          <p:cNvSpPr txBox="1"/>
          <p:nvPr/>
        </p:nvSpPr>
        <p:spPr>
          <a:xfrm>
            <a:off x="2181223" y="2673766"/>
            <a:ext cx="78295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input[1]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472878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C3BC-41E0-B6AC-44FD-DEB56A517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F4082AA-46CE-0488-C0AA-712C427DD453}"/>
              </a:ext>
            </a:extLst>
          </p:cNvPr>
          <p:cNvGrpSpPr/>
          <p:nvPr/>
        </p:nvGrpSpPr>
        <p:grpSpPr>
          <a:xfrm>
            <a:off x="4679575" y="2759876"/>
            <a:ext cx="2832849" cy="2553388"/>
            <a:chOff x="4679575" y="2759876"/>
            <a:chExt cx="2832849" cy="255338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F0E890-FDB7-E87F-2ACF-4666C8C6AEAA}"/>
                </a:ext>
              </a:extLst>
            </p:cNvPr>
            <p:cNvSpPr txBox="1"/>
            <p:nvPr/>
          </p:nvSpPr>
          <p:spPr>
            <a:xfrm>
              <a:off x="4679575" y="2759876"/>
              <a:ext cx="283284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 input[]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3E0B8F4-F9A8-411A-551E-E7F0CD2A34DE}"/>
                </a:ext>
              </a:extLst>
            </p:cNvPr>
            <p:cNvGrpSpPr/>
            <p:nvPr/>
          </p:nvGrpSpPr>
          <p:grpSpPr>
            <a:xfrm>
              <a:off x="4679575" y="2971800"/>
              <a:ext cx="2832849" cy="1126325"/>
              <a:chOff x="4679575" y="2971800"/>
              <a:chExt cx="2832849" cy="1126325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E7339514-F8C8-9BF5-3865-3A32821C41FF}"/>
                  </a:ext>
                </a:extLst>
              </p:cNvPr>
              <p:cNvGrpSpPr/>
              <p:nvPr/>
            </p:nvGrpSpPr>
            <p:grpSpPr>
              <a:xfrm>
                <a:off x="4679576" y="2971800"/>
                <a:ext cx="2832848" cy="914400"/>
                <a:chOff x="4222376" y="2420471"/>
                <a:chExt cx="2832848" cy="914400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47755E0D-037D-DBD2-C841-6CC77F530305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CC13C0DB-0694-DE23-4035-B15D9C7058F6}"/>
                    </a:ext>
                  </a:extLst>
                </p:cNvPr>
                <p:cNvSpPr/>
                <p:nvPr/>
              </p:nvSpPr>
              <p:spPr>
                <a:xfrm>
                  <a:off x="5181600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2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AD36AFAB-CB3B-977D-FBC5-4568E2A79F47}"/>
                    </a:ext>
                  </a:extLst>
                </p:cNvPr>
                <p:cNvSpPr/>
                <p:nvPr/>
              </p:nvSpPr>
              <p:spPr>
                <a:xfrm>
                  <a:off x="6140824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3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B0F94A6-796E-DC8F-F04F-27B2962BC595}"/>
                  </a:ext>
                </a:extLst>
              </p:cNvPr>
              <p:cNvGrpSpPr/>
              <p:nvPr/>
            </p:nvGrpSpPr>
            <p:grpSpPr>
              <a:xfrm>
                <a:off x="4679575" y="3975014"/>
                <a:ext cx="2814197" cy="123111"/>
                <a:chOff x="2937955" y="5549927"/>
                <a:chExt cx="2814197" cy="123111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3F9F8EF-8D47-C25C-4C97-22B66D343578}"/>
                    </a:ext>
                  </a:extLst>
                </p:cNvPr>
                <p:cNvSpPr txBox="1"/>
                <p:nvPr/>
              </p:nvSpPr>
              <p:spPr>
                <a:xfrm>
                  <a:off x="2937955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input[0][0]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825C32-8B86-8F83-CAC8-C9966A0B5EE3}"/>
                    </a:ext>
                  </a:extLst>
                </p:cNvPr>
                <p:cNvSpPr txBox="1"/>
                <p:nvPr/>
              </p:nvSpPr>
              <p:spPr>
                <a:xfrm>
                  <a:off x="3890962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input[0][1]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7628362-9473-89FC-F2E5-C1304372B2C6}"/>
                    </a:ext>
                  </a:extLst>
                </p:cNvPr>
                <p:cNvSpPr txBox="1"/>
                <p:nvPr/>
              </p:nvSpPr>
              <p:spPr>
                <a:xfrm>
                  <a:off x="48439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input[0][2]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69487D-136D-FDB9-9678-405E9FA1FC9A}"/>
                </a:ext>
              </a:extLst>
            </p:cNvPr>
            <p:cNvGrpSpPr/>
            <p:nvPr/>
          </p:nvGrpSpPr>
          <p:grpSpPr>
            <a:xfrm>
              <a:off x="4679575" y="4186939"/>
              <a:ext cx="2832849" cy="1126325"/>
              <a:chOff x="4679575" y="2971800"/>
              <a:chExt cx="2832849" cy="1126325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EC6454E-2057-5C2E-30F2-86A3D2BEFB8A}"/>
                  </a:ext>
                </a:extLst>
              </p:cNvPr>
              <p:cNvGrpSpPr/>
              <p:nvPr/>
            </p:nvGrpSpPr>
            <p:grpSpPr>
              <a:xfrm>
                <a:off x="4679576" y="2971800"/>
                <a:ext cx="2832848" cy="914400"/>
                <a:chOff x="4222376" y="2420471"/>
                <a:chExt cx="2832848" cy="914400"/>
              </a:xfrm>
            </p:grpSpPr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F5C48969-6492-C97F-8F83-36191BBC7CC5}"/>
                    </a:ext>
                  </a:extLst>
                </p:cNvPr>
                <p:cNvSpPr/>
                <p:nvPr/>
              </p:nvSpPr>
              <p:spPr>
                <a:xfrm>
                  <a:off x="4222376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4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5A3EBF54-4CEB-3C43-53B6-0C90FDD90E33}"/>
                    </a:ext>
                  </a:extLst>
                </p:cNvPr>
                <p:cNvSpPr/>
                <p:nvPr/>
              </p:nvSpPr>
              <p:spPr>
                <a:xfrm>
                  <a:off x="5181600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5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3DD911E6-8DF2-BD3F-5FCB-F81D580600F0}"/>
                    </a:ext>
                  </a:extLst>
                </p:cNvPr>
                <p:cNvSpPr/>
                <p:nvPr/>
              </p:nvSpPr>
              <p:spPr>
                <a:xfrm>
                  <a:off x="6140824" y="2420471"/>
                  <a:ext cx="914400" cy="914400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6</a:t>
                  </a:r>
                  <a:endParaRPr lang="en-PH" sz="3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BDD8311-59A1-4509-E12A-83A55B906A14}"/>
                  </a:ext>
                </a:extLst>
              </p:cNvPr>
              <p:cNvGrpSpPr/>
              <p:nvPr/>
            </p:nvGrpSpPr>
            <p:grpSpPr>
              <a:xfrm>
                <a:off x="4679575" y="3975014"/>
                <a:ext cx="2814197" cy="123111"/>
                <a:chOff x="2937955" y="5549927"/>
                <a:chExt cx="2814197" cy="123111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C28976A-11C0-5A46-78EC-27E2FABDBA5C}"/>
                    </a:ext>
                  </a:extLst>
                </p:cNvPr>
                <p:cNvSpPr txBox="1"/>
                <p:nvPr/>
              </p:nvSpPr>
              <p:spPr>
                <a:xfrm>
                  <a:off x="2937955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input[1][0]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D051BB7-C1C7-2980-0A1A-00D8AC51E71D}"/>
                    </a:ext>
                  </a:extLst>
                </p:cNvPr>
                <p:cNvSpPr txBox="1"/>
                <p:nvPr/>
              </p:nvSpPr>
              <p:spPr>
                <a:xfrm>
                  <a:off x="3890962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input[1][1]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638345F-A5F7-F3E4-73BB-EC0688373415}"/>
                    </a:ext>
                  </a:extLst>
                </p:cNvPr>
                <p:cNvSpPr txBox="1"/>
                <p:nvPr/>
              </p:nvSpPr>
              <p:spPr>
                <a:xfrm>
                  <a:off x="4843969" y="5549927"/>
                  <a:ext cx="90818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Cascadia Code" panose="020B0609020000020004" pitchFamily="49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input[1][2]</a:t>
                  </a:r>
                </a:p>
              </p:txBody>
            </p:sp>
          </p:grp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3C485E4-4AF7-EED6-F7CC-AFD7B8EE41D1}"/>
              </a:ext>
            </a:extLst>
          </p:cNvPr>
          <p:cNvSpPr txBox="1"/>
          <p:nvPr/>
        </p:nvSpPr>
        <p:spPr>
          <a:xfrm>
            <a:off x="3492742" y="679042"/>
            <a:ext cx="5206554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now that we’ve got the hang of 2d array, the goal is to...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calculate the product of each row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&gt;&gt;&gt; calculate the product of each column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 are expected to output 5 products in this example</a:t>
            </a:r>
            <a:endParaRPr lang="en-PH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1EF23D-01E2-5424-A8CF-2190C3D2A3CE}"/>
              </a:ext>
            </a:extLst>
          </p:cNvPr>
          <p:cNvSpPr txBox="1"/>
          <p:nvPr/>
        </p:nvSpPr>
        <p:spPr>
          <a:xfrm>
            <a:off x="7808707" y="3290500"/>
            <a:ext cx="178117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* 2 * 3 = 6</a:t>
            </a:r>
            <a:endParaRPr lang="en-US" sz="12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84C52C-8694-F1C9-3C43-A7F0BFF9C1E2}"/>
              </a:ext>
            </a:extLst>
          </p:cNvPr>
          <p:cNvSpPr txBox="1"/>
          <p:nvPr/>
        </p:nvSpPr>
        <p:spPr>
          <a:xfrm>
            <a:off x="7808706" y="4505639"/>
            <a:ext cx="178117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 * 5 * 6 = 120</a:t>
            </a:r>
            <a:endParaRPr lang="en-US" sz="12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B5AAEA-1024-1D1B-DBD3-4EC2DF65D88F}"/>
              </a:ext>
            </a:extLst>
          </p:cNvPr>
          <p:cNvSpPr txBox="1"/>
          <p:nvPr/>
        </p:nvSpPr>
        <p:spPr>
          <a:xfrm rot="5400000">
            <a:off x="4645583" y="5988028"/>
            <a:ext cx="97616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* 4 = 4</a:t>
            </a:r>
            <a:endParaRPr lang="en-US" sz="12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4BC0DA-03DD-0DCA-F9D1-92292841A0CB}"/>
              </a:ext>
            </a:extLst>
          </p:cNvPr>
          <p:cNvSpPr txBox="1"/>
          <p:nvPr/>
        </p:nvSpPr>
        <p:spPr>
          <a:xfrm rot="5400000">
            <a:off x="5598590" y="5988026"/>
            <a:ext cx="97616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 * 5 = 10</a:t>
            </a:r>
            <a:endParaRPr lang="en-US" sz="12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0B897F-E267-1F7B-A302-A6E7F0EE2A7D}"/>
              </a:ext>
            </a:extLst>
          </p:cNvPr>
          <p:cNvSpPr txBox="1"/>
          <p:nvPr/>
        </p:nvSpPr>
        <p:spPr>
          <a:xfrm rot="5400000">
            <a:off x="6551597" y="5988024"/>
            <a:ext cx="97616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 * 6 = 18</a:t>
            </a:r>
            <a:endParaRPr lang="en-US" sz="1200" dirty="0">
              <a:solidFill>
                <a:srgbClr val="00FE85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3085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A39CD-1BF3-0A8E-1E6A-4CF047043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1253E1E-BC63-DC8D-4990-5711140F9605}"/>
              </a:ext>
            </a:extLst>
          </p:cNvPr>
          <p:cNvSpPr txBox="1"/>
          <p:nvPr/>
        </p:nvSpPr>
        <p:spPr>
          <a:xfrm>
            <a:off x="3492742" y="679042"/>
            <a:ext cx="5655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we’ll first calculate the product of each row.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 a variable that will </a:t>
            </a: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act as a calculator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 the process.</a:t>
            </a:r>
            <a:endParaRPr lang="en-PH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4147F4-749A-693B-F95C-351BEDCC4248}"/>
              </a:ext>
            </a:extLst>
          </p:cNvPr>
          <p:cNvSpPr txBox="1"/>
          <p:nvPr/>
        </p:nvSpPr>
        <p:spPr>
          <a:xfrm>
            <a:off x="3492742" y="3290500"/>
            <a:ext cx="52143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TEMP_PRODUCT = 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1;</a:t>
            </a:r>
          </a:p>
        </p:txBody>
      </p:sp>
    </p:spTree>
    <p:extLst>
      <p:ext uri="{BB962C8B-B14F-4D97-AF65-F5344CB8AC3E}">
        <p14:creationId xmlns:p14="http://schemas.microsoft.com/office/powerpoint/2010/main" val="3450900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250F0F"/>
            </a:gs>
            <a:gs pos="66000">
              <a:srgbClr val="10101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C8ABA-6223-EA70-8418-7F78719E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F8BBBD-9F1A-4D0F-3FC1-15098AB1310C}"/>
              </a:ext>
            </a:extLst>
          </p:cNvPr>
          <p:cNvSpPr txBox="1"/>
          <p:nvPr/>
        </p:nvSpPr>
        <p:spPr>
          <a:xfrm>
            <a:off x="3492742" y="3290500"/>
            <a:ext cx="5214362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TEMP_PRODUCT = </a:t>
            </a:r>
            <a:r>
              <a:rPr lang="en-US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System.out.println(</a:t>
            </a:r>
            <a:r>
              <a:rPr lang="en-US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TEMP_PRODUCT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999)</a:t>
            </a:r>
          </a:p>
          <a:p>
            <a:b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</a:t>
            </a:r>
            <a:r>
              <a:rPr lang="en-US" dirty="0">
                <a:solidFill>
                  <a:srgbClr val="FF5B7E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CBBB91-5E66-7C1A-90EF-FE04AE451897}"/>
              </a:ext>
            </a:extLst>
          </p:cNvPr>
          <p:cNvSpPr txBox="1"/>
          <p:nvPr/>
        </p:nvSpPr>
        <p:spPr>
          <a:xfrm>
            <a:off x="3492742" y="679042"/>
            <a:ext cx="520651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you’re probably wondering why it’s 1, not 0. like summation.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 explicitly gave it a value of 1 because the code will always output 0 regardless on how much number you multiplied on it. (e.g. 0 * 256 = 0), that’s not what we want.</a:t>
            </a:r>
            <a:endParaRPr lang="en-PH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6892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E2618"/>
            </a:gs>
            <a:gs pos="66000">
              <a:srgbClr val="10101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57273-EBD5-C6EB-7447-7BEFBFC0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50E3FA7-E290-C55F-A0C4-C703FDD0023A}"/>
              </a:ext>
            </a:extLst>
          </p:cNvPr>
          <p:cNvSpPr txBox="1"/>
          <p:nvPr/>
        </p:nvSpPr>
        <p:spPr>
          <a:xfrm>
            <a:off x="3492742" y="3290500"/>
            <a:ext cx="5214362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TEMP_PRODUCT =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System.out.println(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TEMP_PRODUCT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 999)</a:t>
            </a:r>
          </a:p>
          <a:p>
            <a:b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&gt;&gt;&gt; </a:t>
            </a:r>
            <a:r>
              <a:rPr lang="en-US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999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302EA-D6CF-433F-6421-1125B7CF5AB5}"/>
              </a:ext>
            </a:extLst>
          </p:cNvPr>
          <p:cNvSpPr txBox="1"/>
          <p:nvPr/>
        </p:nvSpPr>
        <p:spPr>
          <a:xfrm>
            <a:off x="3492742" y="679042"/>
            <a:ext cx="520651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00FE8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explicitly giving it a 1 value resolves this issue.</a:t>
            </a:r>
          </a:p>
        </p:txBody>
      </p:sp>
    </p:spTree>
    <p:extLst>
      <p:ext uri="{BB962C8B-B14F-4D97-AF65-F5344CB8AC3E}">
        <p14:creationId xmlns:p14="http://schemas.microsoft.com/office/powerpoint/2010/main" val="5894527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2D34F-7538-349C-6A63-96965F179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DFC155-60E4-EACE-D700-7D03AF565E01}"/>
              </a:ext>
            </a:extLst>
          </p:cNvPr>
          <p:cNvSpPr txBox="1"/>
          <p:nvPr/>
        </p:nvSpPr>
        <p:spPr>
          <a:xfrm>
            <a:off x="3492742" y="679042"/>
            <a:ext cx="56553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Optional, but you can create other variables to </a:t>
            </a:r>
            <a:r>
              <a:rPr lang="en-US" sz="1200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store the length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of the arrays, this makes the code a little cleaner if you want to.</a:t>
            </a:r>
            <a:endParaRPr lang="en-PH" sz="1200" dirty="0">
              <a:solidFill>
                <a:schemeClr val="bg1">
                  <a:lumMod val="50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591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3907</Words>
  <Application>Microsoft Office PowerPoint</Application>
  <PresentationFormat>Widescreen</PresentationFormat>
  <Paragraphs>856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Arron Caudilla</dc:creator>
  <cp:lastModifiedBy>Arron Caudilla</cp:lastModifiedBy>
  <cp:revision>37</cp:revision>
  <dcterms:created xsi:type="dcterms:W3CDTF">2026-02-23T16:21:43Z</dcterms:created>
  <dcterms:modified xsi:type="dcterms:W3CDTF">2026-02-24T01:54:19Z</dcterms:modified>
</cp:coreProperties>
</file>